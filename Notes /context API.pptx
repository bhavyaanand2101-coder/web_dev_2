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C0D9C7-3A20-4073-87E2-00AB1BB6BC03}" v="47" dt="2025-05-14T09:20:52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 Porwal" userId="e9c5858c7b44cbdc" providerId="LiveId" clId="{D6C0D9C7-3A20-4073-87E2-00AB1BB6BC03}"/>
    <pc:docChg chg="addSld delSld modSld">
      <pc:chgData name="Love Porwal" userId="e9c5858c7b44cbdc" providerId="LiveId" clId="{D6C0D9C7-3A20-4073-87E2-00AB1BB6BC03}" dt="2025-05-14T09:21:57.819" v="52" actId="47"/>
      <pc:docMkLst>
        <pc:docMk/>
      </pc:docMkLst>
      <pc:sldChg chg="del">
        <pc:chgData name="Love Porwal" userId="e9c5858c7b44cbdc" providerId="LiveId" clId="{D6C0D9C7-3A20-4073-87E2-00AB1BB6BC03}" dt="2025-05-14T09:19:06.131" v="19" actId="47"/>
        <pc:sldMkLst>
          <pc:docMk/>
          <pc:sldMk cId="2043182196" sldId="256"/>
        </pc:sldMkLst>
      </pc:sldChg>
      <pc:sldChg chg="addSp modSp new">
        <pc:chgData name="Love Porwal" userId="e9c5858c7b44cbdc" providerId="LiveId" clId="{D6C0D9C7-3A20-4073-87E2-00AB1BB6BC03}" dt="2025-05-14T09:19:28.442" v="20"/>
        <pc:sldMkLst>
          <pc:docMk/>
          <pc:sldMk cId="3742427091" sldId="257"/>
        </pc:sldMkLst>
        <pc:picChg chg="add mod">
          <ac:chgData name="Love Porwal" userId="e9c5858c7b44cbdc" providerId="LiveId" clId="{D6C0D9C7-3A20-4073-87E2-00AB1BB6BC03}" dt="2025-05-14T09:19:28.442" v="20"/>
          <ac:picMkLst>
            <pc:docMk/>
            <pc:sldMk cId="3742427091" sldId="257"/>
            <ac:picMk id="3" creationId="{2342D342-3FFF-1AA3-218D-ED8BC813101D}"/>
          </ac:picMkLst>
        </pc:picChg>
      </pc:sldChg>
      <pc:sldChg chg="addSp modSp add">
        <pc:chgData name="Love Porwal" userId="e9c5858c7b44cbdc" providerId="LiveId" clId="{D6C0D9C7-3A20-4073-87E2-00AB1BB6BC03}" dt="2025-05-14T09:19:31.356" v="21"/>
        <pc:sldMkLst>
          <pc:docMk/>
          <pc:sldMk cId="2677281063" sldId="258"/>
        </pc:sldMkLst>
        <pc:picChg chg="add mod">
          <ac:chgData name="Love Porwal" userId="e9c5858c7b44cbdc" providerId="LiveId" clId="{D6C0D9C7-3A20-4073-87E2-00AB1BB6BC03}" dt="2025-05-14T09:19:31.356" v="21"/>
          <ac:picMkLst>
            <pc:docMk/>
            <pc:sldMk cId="2677281063" sldId="258"/>
            <ac:picMk id="3" creationId="{3150D913-BEAD-3D2B-F8CE-F7E7FE65EDE5}"/>
          </ac:picMkLst>
        </pc:picChg>
      </pc:sldChg>
      <pc:sldChg chg="addSp modSp add">
        <pc:chgData name="Love Porwal" userId="e9c5858c7b44cbdc" providerId="LiveId" clId="{D6C0D9C7-3A20-4073-87E2-00AB1BB6BC03}" dt="2025-05-14T09:19:34.221" v="22"/>
        <pc:sldMkLst>
          <pc:docMk/>
          <pc:sldMk cId="3376524229" sldId="259"/>
        </pc:sldMkLst>
        <pc:picChg chg="add mod">
          <ac:chgData name="Love Porwal" userId="e9c5858c7b44cbdc" providerId="LiveId" clId="{D6C0D9C7-3A20-4073-87E2-00AB1BB6BC03}" dt="2025-05-14T09:19:34.221" v="22"/>
          <ac:picMkLst>
            <pc:docMk/>
            <pc:sldMk cId="3376524229" sldId="259"/>
            <ac:picMk id="3" creationId="{5B87B157-1EB0-6AAE-F338-B4C989F25609}"/>
          </ac:picMkLst>
        </pc:picChg>
      </pc:sldChg>
      <pc:sldChg chg="addSp modSp add">
        <pc:chgData name="Love Porwal" userId="e9c5858c7b44cbdc" providerId="LiveId" clId="{D6C0D9C7-3A20-4073-87E2-00AB1BB6BC03}" dt="2025-05-14T09:19:37.572" v="23"/>
        <pc:sldMkLst>
          <pc:docMk/>
          <pc:sldMk cId="3390351917" sldId="260"/>
        </pc:sldMkLst>
        <pc:picChg chg="add mod">
          <ac:chgData name="Love Porwal" userId="e9c5858c7b44cbdc" providerId="LiveId" clId="{D6C0D9C7-3A20-4073-87E2-00AB1BB6BC03}" dt="2025-05-14T09:19:37.572" v="23"/>
          <ac:picMkLst>
            <pc:docMk/>
            <pc:sldMk cId="3390351917" sldId="260"/>
            <ac:picMk id="3" creationId="{03E876AB-CE24-0138-7F1C-965A24BD31FA}"/>
          </ac:picMkLst>
        </pc:picChg>
      </pc:sldChg>
      <pc:sldChg chg="addSp modSp add">
        <pc:chgData name="Love Porwal" userId="e9c5858c7b44cbdc" providerId="LiveId" clId="{D6C0D9C7-3A20-4073-87E2-00AB1BB6BC03}" dt="2025-05-14T09:19:40.108" v="24"/>
        <pc:sldMkLst>
          <pc:docMk/>
          <pc:sldMk cId="2820213926" sldId="261"/>
        </pc:sldMkLst>
        <pc:picChg chg="add mod">
          <ac:chgData name="Love Porwal" userId="e9c5858c7b44cbdc" providerId="LiveId" clId="{D6C0D9C7-3A20-4073-87E2-00AB1BB6BC03}" dt="2025-05-14T09:19:40.108" v="24"/>
          <ac:picMkLst>
            <pc:docMk/>
            <pc:sldMk cId="2820213926" sldId="261"/>
            <ac:picMk id="3" creationId="{836298BE-F9DB-2094-DB58-2774D470F377}"/>
          </ac:picMkLst>
        </pc:picChg>
      </pc:sldChg>
      <pc:sldChg chg="addSp modSp add">
        <pc:chgData name="Love Porwal" userId="e9c5858c7b44cbdc" providerId="LiveId" clId="{D6C0D9C7-3A20-4073-87E2-00AB1BB6BC03}" dt="2025-05-14T09:19:43.054" v="25"/>
        <pc:sldMkLst>
          <pc:docMk/>
          <pc:sldMk cId="165078988" sldId="262"/>
        </pc:sldMkLst>
        <pc:picChg chg="add mod">
          <ac:chgData name="Love Porwal" userId="e9c5858c7b44cbdc" providerId="LiveId" clId="{D6C0D9C7-3A20-4073-87E2-00AB1BB6BC03}" dt="2025-05-14T09:19:43.054" v="25"/>
          <ac:picMkLst>
            <pc:docMk/>
            <pc:sldMk cId="165078988" sldId="262"/>
            <ac:picMk id="3" creationId="{F3A73CD3-C9CA-EDBA-D243-7DFEBAD023C5}"/>
          </ac:picMkLst>
        </pc:picChg>
      </pc:sldChg>
      <pc:sldChg chg="addSp modSp add">
        <pc:chgData name="Love Porwal" userId="e9c5858c7b44cbdc" providerId="LiveId" clId="{D6C0D9C7-3A20-4073-87E2-00AB1BB6BC03}" dt="2025-05-14T09:19:47.021" v="26"/>
        <pc:sldMkLst>
          <pc:docMk/>
          <pc:sldMk cId="1473667192" sldId="263"/>
        </pc:sldMkLst>
        <pc:picChg chg="add mod">
          <ac:chgData name="Love Porwal" userId="e9c5858c7b44cbdc" providerId="LiveId" clId="{D6C0D9C7-3A20-4073-87E2-00AB1BB6BC03}" dt="2025-05-14T09:19:47.021" v="26"/>
          <ac:picMkLst>
            <pc:docMk/>
            <pc:sldMk cId="1473667192" sldId="263"/>
            <ac:picMk id="3" creationId="{638F1FFD-1AD8-70DC-8473-ECFBC7978277}"/>
          </ac:picMkLst>
        </pc:picChg>
      </pc:sldChg>
      <pc:sldChg chg="addSp modSp add">
        <pc:chgData name="Love Porwal" userId="e9c5858c7b44cbdc" providerId="LiveId" clId="{D6C0D9C7-3A20-4073-87E2-00AB1BB6BC03}" dt="2025-05-14T09:19:49.476" v="27"/>
        <pc:sldMkLst>
          <pc:docMk/>
          <pc:sldMk cId="3857479640" sldId="264"/>
        </pc:sldMkLst>
        <pc:picChg chg="add mod">
          <ac:chgData name="Love Porwal" userId="e9c5858c7b44cbdc" providerId="LiveId" clId="{D6C0D9C7-3A20-4073-87E2-00AB1BB6BC03}" dt="2025-05-14T09:19:49.476" v="27"/>
          <ac:picMkLst>
            <pc:docMk/>
            <pc:sldMk cId="3857479640" sldId="264"/>
            <ac:picMk id="3" creationId="{5F06AF7F-00F4-1D08-B61F-BF3C24757062}"/>
          </ac:picMkLst>
        </pc:picChg>
      </pc:sldChg>
      <pc:sldChg chg="addSp modSp add">
        <pc:chgData name="Love Porwal" userId="e9c5858c7b44cbdc" providerId="LiveId" clId="{D6C0D9C7-3A20-4073-87E2-00AB1BB6BC03}" dt="2025-05-14T09:19:56.890" v="28"/>
        <pc:sldMkLst>
          <pc:docMk/>
          <pc:sldMk cId="3141958982" sldId="265"/>
        </pc:sldMkLst>
        <pc:picChg chg="add mod">
          <ac:chgData name="Love Porwal" userId="e9c5858c7b44cbdc" providerId="LiveId" clId="{D6C0D9C7-3A20-4073-87E2-00AB1BB6BC03}" dt="2025-05-14T09:19:56.890" v="28"/>
          <ac:picMkLst>
            <pc:docMk/>
            <pc:sldMk cId="3141958982" sldId="265"/>
            <ac:picMk id="3" creationId="{16927613-EF24-E4DB-B482-DE9C96539278}"/>
          </ac:picMkLst>
        </pc:picChg>
      </pc:sldChg>
      <pc:sldChg chg="addSp modSp add">
        <pc:chgData name="Love Porwal" userId="e9c5858c7b44cbdc" providerId="LiveId" clId="{D6C0D9C7-3A20-4073-87E2-00AB1BB6BC03}" dt="2025-05-14T09:20:01.617" v="29"/>
        <pc:sldMkLst>
          <pc:docMk/>
          <pc:sldMk cId="3694373688" sldId="266"/>
        </pc:sldMkLst>
        <pc:picChg chg="add mod">
          <ac:chgData name="Love Porwal" userId="e9c5858c7b44cbdc" providerId="LiveId" clId="{D6C0D9C7-3A20-4073-87E2-00AB1BB6BC03}" dt="2025-05-14T09:20:01.617" v="29"/>
          <ac:picMkLst>
            <pc:docMk/>
            <pc:sldMk cId="3694373688" sldId="266"/>
            <ac:picMk id="3" creationId="{B83B0054-2513-554F-42D9-A9C6F549D428}"/>
          </ac:picMkLst>
        </pc:picChg>
      </pc:sldChg>
      <pc:sldChg chg="addSp modSp add">
        <pc:chgData name="Love Porwal" userId="e9c5858c7b44cbdc" providerId="LiveId" clId="{D6C0D9C7-3A20-4073-87E2-00AB1BB6BC03}" dt="2025-05-14T09:20:04.621" v="30"/>
        <pc:sldMkLst>
          <pc:docMk/>
          <pc:sldMk cId="3118009928" sldId="267"/>
        </pc:sldMkLst>
        <pc:picChg chg="add mod">
          <ac:chgData name="Love Porwal" userId="e9c5858c7b44cbdc" providerId="LiveId" clId="{D6C0D9C7-3A20-4073-87E2-00AB1BB6BC03}" dt="2025-05-14T09:20:04.621" v="30"/>
          <ac:picMkLst>
            <pc:docMk/>
            <pc:sldMk cId="3118009928" sldId="267"/>
            <ac:picMk id="3" creationId="{ABF5C9D3-9F1C-3ED0-E221-B19BC55F8D3F}"/>
          </ac:picMkLst>
        </pc:picChg>
      </pc:sldChg>
      <pc:sldChg chg="addSp modSp add">
        <pc:chgData name="Love Porwal" userId="e9c5858c7b44cbdc" providerId="LiveId" clId="{D6C0D9C7-3A20-4073-87E2-00AB1BB6BC03}" dt="2025-05-14T09:20:07.497" v="31"/>
        <pc:sldMkLst>
          <pc:docMk/>
          <pc:sldMk cId="3608880671" sldId="268"/>
        </pc:sldMkLst>
        <pc:picChg chg="add mod">
          <ac:chgData name="Love Porwal" userId="e9c5858c7b44cbdc" providerId="LiveId" clId="{D6C0D9C7-3A20-4073-87E2-00AB1BB6BC03}" dt="2025-05-14T09:20:07.497" v="31"/>
          <ac:picMkLst>
            <pc:docMk/>
            <pc:sldMk cId="3608880671" sldId="268"/>
            <ac:picMk id="3" creationId="{8137E217-D51F-AB32-EFFB-8391A722DD40}"/>
          </ac:picMkLst>
        </pc:picChg>
      </pc:sldChg>
      <pc:sldChg chg="addSp modSp add">
        <pc:chgData name="Love Porwal" userId="e9c5858c7b44cbdc" providerId="LiveId" clId="{D6C0D9C7-3A20-4073-87E2-00AB1BB6BC03}" dt="2025-05-14T09:20:10.080" v="32"/>
        <pc:sldMkLst>
          <pc:docMk/>
          <pc:sldMk cId="2067669249" sldId="269"/>
        </pc:sldMkLst>
        <pc:picChg chg="add mod">
          <ac:chgData name="Love Porwal" userId="e9c5858c7b44cbdc" providerId="LiveId" clId="{D6C0D9C7-3A20-4073-87E2-00AB1BB6BC03}" dt="2025-05-14T09:20:10.080" v="32"/>
          <ac:picMkLst>
            <pc:docMk/>
            <pc:sldMk cId="2067669249" sldId="269"/>
            <ac:picMk id="3" creationId="{D5463D50-10F4-7AFB-D9FA-81A50C7457C0}"/>
          </ac:picMkLst>
        </pc:picChg>
      </pc:sldChg>
      <pc:sldChg chg="addSp modSp add">
        <pc:chgData name="Love Porwal" userId="e9c5858c7b44cbdc" providerId="LiveId" clId="{D6C0D9C7-3A20-4073-87E2-00AB1BB6BC03}" dt="2025-05-14T09:20:12.878" v="33"/>
        <pc:sldMkLst>
          <pc:docMk/>
          <pc:sldMk cId="3005773161" sldId="270"/>
        </pc:sldMkLst>
        <pc:picChg chg="add mod">
          <ac:chgData name="Love Porwal" userId="e9c5858c7b44cbdc" providerId="LiveId" clId="{D6C0D9C7-3A20-4073-87E2-00AB1BB6BC03}" dt="2025-05-14T09:20:12.878" v="33"/>
          <ac:picMkLst>
            <pc:docMk/>
            <pc:sldMk cId="3005773161" sldId="270"/>
            <ac:picMk id="3" creationId="{2F028C16-06C2-0BDD-2E47-BEE6BB7E8163}"/>
          </ac:picMkLst>
        </pc:picChg>
      </pc:sldChg>
      <pc:sldChg chg="addSp modSp add">
        <pc:chgData name="Love Porwal" userId="e9c5858c7b44cbdc" providerId="LiveId" clId="{D6C0D9C7-3A20-4073-87E2-00AB1BB6BC03}" dt="2025-05-14T09:20:16.468" v="34"/>
        <pc:sldMkLst>
          <pc:docMk/>
          <pc:sldMk cId="1674682320" sldId="271"/>
        </pc:sldMkLst>
        <pc:picChg chg="add mod">
          <ac:chgData name="Love Porwal" userId="e9c5858c7b44cbdc" providerId="LiveId" clId="{D6C0D9C7-3A20-4073-87E2-00AB1BB6BC03}" dt="2025-05-14T09:20:16.468" v="34"/>
          <ac:picMkLst>
            <pc:docMk/>
            <pc:sldMk cId="1674682320" sldId="271"/>
            <ac:picMk id="3" creationId="{EB82E0E1-5F04-1E54-4976-57C803F8A3D8}"/>
          </ac:picMkLst>
        </pc:picChg>
      </pc:sldChg>
      <pc:sldChg chg="addSp modSp add">
        <pc:chgData name="Love Porwal" userId="e9c5858c7b44cbdc" providerId="LiveId" clId="{D6C0D9C7-3A20-4073-87E2-00AB1BB6BC03}" dt="2025-05-14T09:20:18.906" v="35"/>
        <pc:sldMkLst>
          <pc:docMk/>
          <pc:sldMk cId="2727236425" sldId="272"/>
        </pc:sldMkLst>
        <pc:picChg chg="add mod">
          <ac:chgData name="Love Porwal" userId="e9c5858c7b44cbdc" providerId="LiveId" clId="{D6C0D9C7-3A20-4073-87E2-00AB1BB6BC03}" dt="2025-05-14T09:20:18.906" v="35"/>
          <ac:picMkLst>
            <pc:docMk/>
            <pc:sldMk cId="2727236425" sldId="272"/>
            <ac:picMk id="3" creationId="{AAD8E01A-7F97-8EF0-A78E-73759992A70E}"/>
          </ac:picMkLst>
        </pc:picChg>
      </pc:sldChg>
      <pc:sldChg chg="addSp modSp add">
        <pc:chgData name="Love Porwal" userId="e9c5858c7b44cbdc" providerId="LiveId" clId="{D6C0D9C7-3A20-4073-87E2-00AB1BB6BC03}" dt="2025-05-14T09:20:21.186" v="36"/>
        <pc:sldMkLst>
          <pc:docMk/>
          <pc:sldMk cId="242955521" sldId="273"/>
        </pc:sldMkLst>
        <pc:picChg chg="add mod">
          <ac:chgData name="Love Porwal" userId="e9c5858c7b44cbdc" providerId="LiveId" clId="{D6C0D9C7-3A20-4073-87E2-00AB1BB6BC03}" dt="2025-05-14T09:20:21.186" v="36"/>
          <ac:picMkLst>
            <pc:docMk/>
            <pc:sldMk cId="242955521" sldId="273"/>
            <ac:picMk id="3" creationId="{15B5C7D8-02C2-ED8B-168D-78A0B9458CCC}"/>
          </ac:picMkLst>
        </pc:picChg>
      </pc:sldChg>
      <pc:sldChg chg="addSp modSp add">
        <pc:chgData name="Love Porwal" userId="e9c5858c7b44cbdc" providerId="LiveId" clId="{D6C0D9C7-3A20-4073-87E2-00AB1BB6BC03}" dt="2025-05-14T09:20:24.129" v="37"/>
        <pc:sldMkLst>
          <pc:docMk/>
          <pc:sldMk cId="4266145721" sldId="274"/>
        </pc:sldMkLst>
        <pc:picChg chg="add mod">
          <ac:chgData name="Love Porwal" userId="e9c5858c7b44cbdc" providerId="LiveId" clId="{D6C0D9C7-3A20-4073-87E2-00AB1BB6BC03}" dt="2025-05-14T09:20:24.129" v="37"/>
          <ac:picMkLst>
            <pc:docMk/>
            <pc:sldMk cId="4266145721" sldId="274"/>
            <ac:picMk id="3" creationId="{26F79ACF-CAB0-5B98-656B-167B388A5F32}"/>
          </ac:picMkLst>
        </pc:picChg>
      </pc:sldChg>
      <pc:sldChg chg="addSp modSp add">
        <pc:chgData name="Love Porwal" userId="e9c5858c7b44cbdc" providerId="LiveId" clId="{D6C0D9C7-3A20-4073-87E2-00AB1BB6BC03}" dt="2025-05-14T09:20:27.042" v="38"/>
        <pc:sldMkLst>
          <pc:docMk/>
          <pc:sldMk cId="3290421903" sldId="275"/>
        </pc:sldMkLst>
        <pc:picChg chg="add mod">
          <ac:chgData name="Love Porwal" userId="e9c5858c7b44cbdc" providerId="LiveId" clId="{D6C0D9C7-3A20-4073-87E2-00AB1BB6BC03}" dt="2025-05-14T09:20:27.042" v="38"/>
          <ac:picMkLst>
            <pc:docMk/>
            <pc:sldMk cId="3290421903" sldId="275"/>
            <ac:picMk id="3" creationId="{A1E4594A-84B1-327D-D9AC-C7FDBBC47F20}"/>
          </ac:picMkLst>
        </pc:picChg>
      </pc:sldChg>
      <pc:sldChg chg="addSp modSp new">
        <pc:chgData name="Love Porwal" userId="e9c5858c7b44cbdc" providerId="LiveId" clId="{D6C0D9C7-3A20-4073-87E2-00AB1BB6BC03}" dt="2025-05-14T09:20:44.241" v="46"/>
        <pc:sldMkLst>
          <pc:docMk/>
          <pc:sldMk cId="3526224279" sldId="276"/>
        </pc:sldMkLst>
        <pc:picChg chg="add mod">
          <ac:chgData name="Love Porwal" userId="e9c5858c7b44cbdc" providerId="LiveId" clId="{D6C0D9C7-3A20-4073-87E2-00AB1BB6BC03}" dt="2025-05-14T09:20:44.241" v="46"/>
          <ac:picMkLst>
            <pc:docMk/>
            <pc:sldMk cId="3526224279" sldId="276"/>
            <ac:picMk id="3" creationId="{622AE341-FB58-BF2C-EBA2-18D1F87C1664}"/>
          </ac:picMkLst>
        </pc:picChg>
      </pc:sldChg>
      <pc:sldChg chg="addSp modSp add">
        <pc:chgData name="Love Porwal" userId="e9c5858c7b44cbdc" providerId="LiveId" clId="{D6C0D9C7-3A20-4073-87E2-00AB1BB6BC03}" dt="2025-05-14T09:20:47.158" v="47"/>
        <pc:sldMkLst>
          <pc:docMk/>
          <pc:sldMk cId="131138739" sldId="277"/>
        </pc:sldMkLst>
        <pc:picChg chg="add mod">
          <ac:chgData name="Love Porwal" userId="e9c5858c7b44cbdc" providerId="LiveId" clId="{D6C0D9C7-3A20-4073-87E2-00AB1BB6BC03}" dt="2025-05-14T09:20:47.158" v="47"/>
          <ac:picMkLst>
            <pc:docMk/>
            <pc:sldMk cId="131138739" sldId="277"/>
            <ac:picMk id="3" creationId="{90FFA17B-5FDC-83D3-1EBB-A60212DB0C90}"/>
          </ac:picMkLst>
        </pc:picChg>
      </pc:sldChg>
      <pc:sldChg chg="addSp modSp add">
        <pc:chgData name="Love Porwal" userId="e9c5858c7b44cbdc" providerId="LiveId" clId="{D6C0D9C7-3A20-4073-87E2-00AB1BB6BC03}" dt="2025-05-14T09:20:49.408" v="48"/>
        <pc:sldMkLst>
          <pc:docMk/>
          <pc:sldMk cId="4164214702" sldId="278"/>
        </pc:sldMkLst>
        <pc:picChg chg="add mod">
          <ac:chgData name="Love Porwal" userId="e9c5858c7b44cbdc" providerId="LiveId" clId="{D6C0D9C7-3A20-4073-87E2-00AB1BB6BC03}" dt="2025-05-14T09:20:49.408" v="48"/>
          <ac:picMkLst>
            <pc:docMk/>
            <pc:sldMk cId="4164214702" sldId="278"/>
            <ac:picMk id="3" creationId="{1901AADA-6BDF-13CB-8C0A-DB2C8F768D5B}"/>
          </ac:picMkLst>
        </pc:picChg>
      </pc:sldChg>
      <pc:sldChg chg="addSp modSp add">
        <pc:chgData name="Love Porwal" userId="e9c5858c7b44cbdc" providerId="LiveId" clId="{D6C0D9C7-3A20-4073-87E2-00AB1BB6BC03}" dt="2025-05-14T09:20:52.379" v="49"/>
        <pc:sldMkLst>
          <pc:docMk/>
          <pc:sldMk cId="1029705710" sldId="279"/>
        </pc:sldMkLst>
        <pc:picChg chg="add mod">
          <ac:chgData name="Love Porwal" userId="e9c5858c7b44cbdc" providerId="LiveId" clId="{D6C0D9C7-3A20-4073-87E2-00AB1BB6BC03}" dt="2025-05-14T09:20:52.379" v="49"/>
          <ac:picMkLst>
            <pc:docMk/>
            <pc:sldMk cId="1029705710" sldId="279"/>
            <ac:picMk id="3" creationId="{C534A912-6413-9CFF-D7F7-5F18700D4471}"/>
          </ac:picMkLst>
        </pc:picChg>
      </pc:sldChg>
      <pc:sldChg chg="add del">
        <pc:chgData name="Love Porwal" userId="e9c5858c7b44cbdc" providerId="LiveId" clId="{D6C0D9C7-3A20-4073-87E2-00AB1BB6BC03}" dt="2025-05-14T09:21:55.109" v="50" actId="47"/>
        <pc:sldMkLst>
          <pc:docMk/>
          <pc:sldMk cId="2252658981" sldId="280"/>
        </pc:sldMkLst>
      </pc:sldChg>
      <pc:sldChg chg="add del">
        <pc:chgData name="Love Porwal" userId="e9c5858c7b44cbdc" providerId="LiveId" clId="{D6C0D9C7-3A20-4073-87E2-00AB1BB6BC03}" dt="2025-05-14T09:21:56.166" v="51" actId="47"/>
        <pc:sldMkLst>
          <pc:docMk/>
          <pc:sldMk cId="3853388735" sldId="281"/>
        </pc:sldMkLst>
      </pc:sldChg>
      <pc:sldChg chg="add del">
        <pc:chgData name="Love Porwal" userId="e9c5858c7b44cbdc" providerId="LiveId" clId="{D6C0D9C7-3A20-4073-87E2-00AB1BB6BC03}" dt="2025-05-14T09:21:57.819" v="52" actId="47"/>
        <pc:sldMkLst>
          <pc:docMk/>
          <pc:sldMk cId="2977317781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EF94-29B4-97FB-737E-C865AEDF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896DC-51C0-F88B-E8A3-8B8A3B34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3218B-5B18-98C4-0AF8-50FE5213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4040E-8F47-E631-2EC7-68445F2A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BDBB-F146-C0C7-D436-8E9D6DF1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9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9D20-5B07-225F-EE81-603522F0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D018-5D89-FA66-4785-1970169F5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1B7D-9969-9B9B-F1D1-1FE0A41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7988F-D88C-372A-B9C3-289B0C9D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42DB-77BA-4ACF-1F16-AF0F0D41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71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8A5B-CF73-E48B-C120-98A23A37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E8223-AE7F-113F-E750-A46B7AD1C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390AA-2F7E-5ECE-6A0A-A7E9E417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25253-C526-DCBF-6FB7-99DE1089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34B0B-B102-9AA6-30A9-9E12039D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6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BC3C-2348-86A7-5E3C-C2A5DCDC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B30FF-D9D6-1F7E-3F06-88C30FA66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10F4A-5BDD-96D7-611C-2DA8BAF9F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E4F62-00AA-9B54-3819-BD604836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816C3-9983-CDAE-12DF-E4BD12D3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1FE68-E009-8CDD-8BE0-826353D8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86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B738-5B66-53A0-6C6A-A3FA278A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D7B07-16EA-4EFA-A42D-838830609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3ACE8-93FC-BF11-DC90-CE2A5EE8E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92C8F-1325-3795-F061-451D73C4A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407A0-7F28-3A85-856C-AFC77A6B14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7B18D-7C04-29F2-0521-9A20A605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CA2C7-DE75-A022-2D0E-ED1F12A9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822B8E-B682-6E51-3EA9-6F678341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9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3FD4-4873-5448-F9E6-CB38FB8B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19639-9956-CB24-17CD-0598C64C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87FCF-F13E-2319-11BD-F84A4C20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D1647-A993-38C7-0CE0-5F530AE9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1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E02EA-B8B1-CE15-D43B-28E5433D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75403-3D6F-C009-69A4-195E4233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CF07-3EA1-36A9-3A72-C327C4F9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98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1B62-3CEA-8F8C-3C56-F2C9F47C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1011-ABE7-FA6D-2783-3C4117231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31356-B72B-E694-38CC-969D202C5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23919-6A86-DCE3-6980-ED9317CB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59D09-AE5F-29CD-609C-BEC2A7E5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41B1A-D82F-57B3-F46E-5427906F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59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2028-653F-E1AE-C6E4-A7937C71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98DF8-F4B4-1DE3-958A-BB3A42236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D068B-46EC-7668-8262-B280F031A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921B8-8E89-3A61-6C07-D7D161761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B4561-19BD-C3FD-9ECC-F25B0359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EACC3-B27F-9E98-012F-9098A6CB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1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6729-EB22-2DD7-C759-D9E173BB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69213-B83C-E0AE-CD8D-29A108791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0D6A5-5CD2-07A8-9F7A-CE54471F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E2BE-AB6C-89B9-89F3-2A9DA0B7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4D36-4A7C-9FFB-9841-C40F1276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5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4CE44-777F-187E-532C-A33B01EFE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0AF80-9CF4-E8CA-BD9E-7AECB5F98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F2751-AE6C-F0F6-EF3F-58F5DD0D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42F4E-D118-BC57-5C89-FF86258F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0C8AB-70C4-FA4C-3345-AFE81321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9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CA31C-1382-89F5-23D2-629A11B5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780FD-11C0-9F7C-306C-468F7EF04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2FDF-6DBF-7759-B059-57B656C64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AB95-375C-46A6-A5B5-DD6A16199E64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AC4AC-72E1-C98E-BA0B-84F5F0757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DC9A4-54A3-4ABE-5D49-05DFBD484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77FAD-3366-4668-AA96-2A013DF6C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01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2D342-3FFF-1AA3-218D-ED8BC8131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2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AE98-63B0-CBDD-9C12-F6FEA8751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0D913-BEAD-3D2B-F8CE-F7E7FE65E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28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9CB83-9C6E-657E-6C9B-4E86F165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7B157-1EB0-6AAE-F338-B4C989F25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2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C723-4F9E-76FB-8704-3568E223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876AB-CE24-0138-7F1C-965A24BD3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5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3F21-502A-D763-3A0B-02856F63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298BE-F9DB-2094-DB58-2774D470F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1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CBFE-5026-7054-4F83-3A60F3661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73CD3-C9CA-EDBA-D243-7DFEBAD0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A138-7FE2-A8E4-241B-449E8101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F1FFD-1AD8-70DC-8473-ECFBC7978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67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2445-477E-D7D7-84FF-8CB4E0F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6AF7F-00F4-1D08-B61F-BF3C24757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7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31E77-906E-F352-38C9-7814B3E3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27613-EF24-E4DB-B482-DE9C96539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5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8930D-65AA-3EC9-BAA0-2096C816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B0054-2513-554F-42D9-A9C6F549D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7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9951-AC43-984C-4717-9CF8E99A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5C9D3-9F1C-3ED0-E221-B19BC55F8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0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2B48-8EA8-04AA-CBFD-3D579F08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7E217-D51F-AB32-EFFB-8391A722D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80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F8F5-8A7B-B8EF-ADAE-10837BA0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63D50-10F4-7AFB-D9FA-81A50C745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69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9E8A-8FDE-B2BB-B9D2-25A39B7C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028C16-06C2-0BDD-2E47-BEE6BB7E8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73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AC3B-A9D1-3C8F-7271-62B9C2D2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82E0E1-5F04-1E54-4976-57C803F8A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82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E8EB-2DD1-3DA0-F912-B03481D7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8E01A-7F97-8EF0-A78E-73759992A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3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243C-AFCD-0139-B2DB-128E025D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B5C7D8-02C2-ED8B-168D-78A0B9458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5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4465-BA0B-86CB-5D79-7AB850D88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79ACF-CAB0-5B98-656B-167B388A5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4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B9A8-7B09-BE0A-6587-274E3280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4594A-84B1-327D-D9AC-C7FDBBC47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2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AE341-FB58-BF2C-EBA2-18D1F87C1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24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58D2-747F-2D9A-21F8-E97C2D86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FA17B-5FDC-83D3-1EBB-A60212DB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8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2CBE-90FF-782C-2E75-9790BF72F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1AADA-6BDF-13CB-8C0A-DB2C8F768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14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6CCF-DAE8-B992-DAF5-091498C4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4A912-6413-9CFF-D7F7-5F18700D4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0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 Porwal</dc:creator>
  <cp:lastModifiedBy>Love Porwal</cp:lastModifiedBy>
  <cp:revision>1</cp:revision>
  <dcterms:created xsi:type="dcterms:W3CDTF">2025-05-14T09:18:56Z</dcterms:created>
  <dcterms:modified xsi:type="dcterms:W3CDTF">2025-05-14T09:22:01Z</dcterms:modified>
</cp:coreProperties>
</file>