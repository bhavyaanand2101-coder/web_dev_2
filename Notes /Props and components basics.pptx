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2F7904-F943-40A8-B3EB-449831205F53}" v="61" dt="2025-04-11T10:12:59.2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ve Porwal" userId="e9c5858c7b44cbdc" providerId="LiveId" clId="{482F7904-F943-40A8-B3EB-449831205F53}"/>
    <pc:docChg chg="custSel addSld delSld modSld">
      <pc:chgData name="Love Porwal" userId="e9c5858c7b44cbdc" providerId="LiveId" clId="{482F7904-F943-40A8-B3EB-449831205F53}" dt="2025-04-11T10:12:59.252" v="66"/>
      <pc:docMkLst>
        <pc:docMk/>
      </pc:docMkLst>
      <pc:sldChg chg="addSp delSp modSp new mod">
        <pc:chgData name="Love Porwal" userId="e9c5858c7b44cbdc" providerId="LiveId" clId="{482F7904-F943-40A8-B3EB-449831205F53}" dt="2025-04-11T10:10:10.971" v="2"/>
        <pc:sldMkLst>
          <pc:docMk/>
          <pc:sldMk cId="1327116467" sldId="256"/>
        </pc:sldMkLst>
        <pc:spChg chg="del">
          <ac:chgData name="Love Porwal" userId="e9c5858c7b44cbdc" providerId="LiveId" clId="{482F7904-F943-40A8-B3EB-449831205F53}" dt="2025-04-11T10:09:44.111" v="1" actId="478"/>
          <ac:spMkLst>
            <pc:docMk/>
            <pc:sldMk cId="1327116467" sldId="256"/>
            <ac:spMk id="2" creationId="{03A996B6-5E3C-9392-5C72-350178329DE5}"/>
          </ac:spMkLst>
        </pc:spChg>
        <pc:spChg chg="del">
          <ac:chgData name="Love Porwal" userId="e9c5858c7b44cbdc" providerId="LiveId" clId="{482F7904-F943-40A8-B3EB-449831205F53}" dt="2025-04-11T10:09:44.111" v="1" actId="478"/>
          <ac:spMkLst>
            <pc:docMk/>
            <pc:sldMk cId="1327116467" sldId="256"/>
            <ac:spMk id="3" creationId="{A4DE04BA-DFE1-2F3E-4254-5BA82900ED75}"/>
          </ac:spMkLst>
        </pc:spChg>
        <pc:picChg chg="add mod">
          <ac:chgData name="Love Porwal" userId="e9c5858c7b44cbdc" providerId="LiveId" clId="{482F7904-F943-40A8-B3EB-449831205F53}" dt="2025-04-11T10:10:10.971" v="2"/>
          <ac:picMkLst>
            <pc:docMk/>
            <pc:sldMk cId="1327116467" sldId="256"/>
            <ac:picMk id="5" creationId="{3199DC57-E838-28C6-B011-53F23211DA86}"/>
          </ac:picMkLst>
        </pc:picChg>
      </pc:sldChg>
      <pc:sldChg chg="addSp delSp modSp add del mod">
        <pc:chgData name="Love Porwal" userId="e9c5858c7b44cbdc" providerId="LiveId" clId="{482F7904-F943-40A8-B3EB-449831205F53}" dt="2025-04-11T10:10:38.772" v="6" actId="47"/>
        <pc:sldMkLst>
          <pc:docMk/>
          <pc:sldMk cId="45520279" sldId="257"/>
        </pc:sldMkLst>
        <pc:picChg chg="add mod">
          <ac:chgData name="Love Porwal" userId="e9c5858c7b44cbdc" providerId="LiveId" clId="{482F7904-F943-40A8-B3EB-449831205F53}" dt="2025-04-11T10:10:32.061" v="5"/>
          <ac:picMkLst>
            <pc:docMk/>
            <pc:sldMk cId="45520279" sldId="257"/>
            <ac:picMk id="3" creationId="{5992DB34-A359-37EF-574C-26088F4A7FC2}"/>
          </ac:picMkLst>
        </pc:picChg>
        <pc:picChg chg="del">
          <ac:chgData name="Love Porwal" userId="e9c5858c7b44cbdc" providerId="LiveId" clId="{482F7904-F943-40A8-B3EB-449831205F53}" dt="2025-04-11T10:10:28.883" v="4" actId="478"/>
          <ac:picMkLst>
            <pc:docMk/>
            <pc:sldMk cId="45520279" sldId="257"/>
            <ac:picMk id="5" creationId="{869E910F-69D6-AAC8-9347-07D875608D22}"/>
          </ac:picMkLst>
        </pc:picChg>
      </pc:sldChg>
      <pc:sldChg chg="addSp modSp new">
        <pc:chgData name="Love Porwal" userId="e9c5858c7b44cbdc" providerId="LiveId" clId="{482F7904-F943-40A8-B3EB-449831205F53}" dt="2025-04-11T10:11:04.672" v="22"/>
        <pc:sldMkLst>
          <pc:docMk/>
          <pc:sldMk cId="2731154518" sldId="257"/>
        </pc:sldMkLst>
        <pc:picChg chg="add mod">
          <ac:chgData name="Love Porwal" userId="e9c5858c7b44cbdc" providerId="LiveId" clId="{482F7904-F943-40A8-B3EB-449831205F53}" dt="2025-04-11T10:11:04.672" v="22"/>
          <ac:picMkLst>
            <pc:docMk/>
            <pc:sldMk cId="2731154518" sldId="257"/>
            <ac:picMk id="3" creationId="{0A9F114B-7027-EEB1-BF5B-0EABCB6E5EC3}"/>
          </ac:picMkLst>
        </pc:picChg>
      </pc:sldChg>
      <pc:sldChg chg="addSp modSp new">
        <pc:chgData name="Love Porwal" userId="e9c5858c7b44cbdc" providerId="LiveId" clId="{482F7904-F943-40A8-B3EB-449831205F53}" dt="2025-04-11T10:11:07.842" v="23"/>
        <pc:sldMkLst>
          <pc:docMk/>
          <pc:sldMk cId="2020141618" sldId="258"/>
        </pc:sldMkLst>
        <pc:picChg chg="add mod">
          <ac:chgData name="Love Porwal" userId="e9c5858c7b44cbdc" providerId="LiveId" clId="{482F7904-F943-40A8-B3EB-449831205F53}" dt="2025-04-11T10:11:07.842" v="23"/>
          <ac:picMkLst>
            <pc:docMk/>
            <pc:sldMk cId="2020141618" sldId="258"/>
            <ac:picMk id="3" creationId="{002A015E-2D25-2D5C-A6DD-EF28AE7861BE}"/>
          </ac:picMkLst>
        </pc:picChg>
      </pc:sldChg>
      <pc:sldChg chg="addSp modSp add">
        <pc:chgData name="Love Porwal" userId="e9c5858c7b44cbdc" providerId="LiveId" clId="{482F7904-F943-40A8-B3EB-449831205F53}" dt="2025-04-11T10:11:10.525" v="24"/>
        <pc:sldMkLst>
          <pc:docMk/>
          <pc:sldMk cId="2151501303" sldId="259"/>
        </pc:sldMkLst>
        <pc:picChg chg="add mod">
          <ac:chgData name="Love Porwal" userId="e9c5858c7b44cbdc" providerId="LiveId" clId="{482F7904-F943-40A8-B3EB-449831205F53}" dt="2025-04-11T10:11:10.525" v="24"/>
          <ac:picMkLst>
            <pc:docMk/>
            <pc:sldMk cId="2151501303" sldId="259"/>
            <ac:picMk id="3" creationId="{E85FDABF-B573-0C26-43A8-103025E9DDD8}"/>
          </ac:picMkLst>
        </pc:picChg>
      </pc:sldChg>
      <pc:sldChg chg="addSp modSp add">
        <pc:chgData name="Love Porwal" userId="e9c5858c7b44cbdc" providerId="LiveId" clId="{482F7904-F943-40A8-B3EB-449831205F53}" dt="2025-04-11T10:11:13.420" v="25"/>
        <pc:sldMkLst>
          <pc:docMk/>
          <pc:sldMk cId="3855326230" sldId="260"/>
        </pc:sldMkLst>
        <pc:picChg chg="add mod">
          <ac:chgData name="Love Porwal" userId="e9c5858c7b44cbdc" providerId="LiveId" clId="{482F7904-F943-40A8-B3EB-449831205F53}" dt="2025-04-11T10:11:13.420" v="25"/>
          <ac:picMkLst>
            <pc:docMk/>
            <pc:sldMk cId="3855326230" sldId="260"/>
            <ac:picMk id="3" creationId="{E0C5E832-BBD5-2504-EF70-01721594A52F}"/>
          </ac:picMkLst>
        </pc:picChg>
      </pc:sldChg>
      <pc:sldChg chg="addSp modSp add">
        <pc:chgData name="Love Porwal" userId="e9c5858c7b44cbdc" providerId="LiveId" clId="{482F7904-F943-40A8-B3EB-449831205F53}" dt="2025-04-11T10:11:16.682" v="26"/>
        <pc:sldMkLst>
          <pc:docMk/>
          <pc:sldMk cId="3225732303" sldId="261"/>
        </pc:sldMkLst>
        <pc:picChg chg="add mod">
          <ac:chgData name="Love Porwal" userId="e9c5858c7b44cbdc" providerId="LiveId" clId="{482F7904-F943-40A8-B3EB-449831205F53}" dt="2025-04-11T10:11:16.682" v="26"/>
          <ac:picMkLst>
            <pc:docMk/>
            <pc:sldMk cId="3225732303" sldId="261"/>
            <ac:picMk id="3" creationId="{074B06C5-A175-76BA-9590-20B2759BAE8F}"/>
          </ac:picMkLst>
        </pc:picChg>
      </pc:sldChg>
      <pc:sldChg chg="addSp modSp add">
        <pc:chgData name="Love Porwal" userId="e9c5858c7b44cbdc" providerId="LiveId" clId="{482F7904-F943-40A8-B3EB-449831205F53}" dt="2025-04-11T10:11:19.203" v="27"/>
        <pc:sldMkLst>
          <pc:docMk/>
          <pc:sldMk cId="1272330347" sldId="262"/>
        </pc:sldMkLst>
        <pc:picChg chg="add mod">
          <ac:chgData name="Love Porwal" userId="e9c5858c7b44cbdc" providerId="LiveId" clId="{482F7904-F943-40A8-B3EB-449831205F53}" dt="2025-04-11T10:11:19.203" v="27"/>
          <ac:picMkLst>
            <pc:docMk/>
            <pc:sldMk cId="1272330347" sldId="262"/>
            <ac:picMk id="3" creationId="{597EB971-B579-A081-B28F-17F1E7D94693}"/>
          </ac:picMkLst>
        </pc:picChg>
      </pc:sldChg>
      <pc:sldChg chg="addSp modSp add">
        <pc:chgData name="Love Porwal" userId="e9c5858c7b44cbdc" providerId="LiveId" clId="{482F7904-F943-40A8-B3EB-449831205F53}" dt="2025-04-11T10:11:22.180" v="28"/>
        <pc:sldMkLst>
          <pc:docMk/>
          <pc:sldMk cId="1891219149" sldId="263"/>
        </pc:sldMkLst>
        <pc:picChg chg="add mod">
          <ac:chgData name="Love Porwal" userId="e9c5858c7b44cbdc" providerId="LiveId" clId="{482F7904-F943-40A8-B3EB-449831205F53}" dt="2025-04-11T10:11:22.180" v="28"/>
          <ac:picMkLst>
            <pc:docMk/>
            <pc:sldMk cId="1891219149" sldId="263"/>
            <ac:picMk id="3" creationId="{66CE524F-C786-65FE-4FF0-2657D82DBC41}"/>
          </ac:picMkLst>
        </pc:picChg>
      </pc:sldChg>
      <pc:sldChg chg="addSp modSp add">
        <pc:chgData name="Love Porwal" userId="e9c5858c7b44cbdc" providerId="LiveId" clId="{482F7904-F943-40A8-B3EB-449831205F53}" dt="2025-04-11T10:11:24.913" v="29"/>
        <pc:sldMkLst>
          <pc:docMk/>
          <pc:sldMk cId="2603992940" sldId="264"/>
        </pc:sldMkLst>
        <pc:picChg chg="add mod">
          <ac:chgData name="Love Porwal" userId="e9c5858c7b44cbdc" providerId="LiveId" clId="{482F7904-F943-40A8-B3EB-449831205F53}" dt="2025-04-11T10:11:24.913" v="29"/>
          <ac:picMkLst>
            <pc:docMk/>
            <pc:sldMk cId="2603992940" sldId="264"/>
            <ac:picMk id="3" creationId="{F69E42A7-AF1C-2C61-7B20-81645EA505AF}"/>
          </ac:picMkLst>
        </pc:picChg>
      </pc:sldChg>
      <pc:sldChg chg="addSp modSp add">
        <pc:chgData name="Love Porwal" userId="e9c5858c7b44cbdc" providerId="LiveId" clId="{482F7904-F943-40A8-B3EB-449831205F53}" dt="2025-04-11T10:11:28.336" v="30"/>
        <pc:sldMkLst>
          <pc:docMk/>
          <pc:sldMk cId="391957130" sldId="265"/>
        </pc:sldMkLst>
        <pc:picChg chg="add mod">
          <ac:chgData name="Love Porwal" userId="e9c5858c7b44cbdc" providerId="LiveId" clId="{482F7904-F943-40A8-B3EB-449831205F53}" dt="2025-04-11T10:11:28.336" v="30"/>
          <ac:picMkLst>
            <pc:docMk/>
            <pc:sldMk cId="391957130" sldId="265"/>
            <ac:picMk id="3" creationId="{FE88E698-FEE2-2BB7-084B-A978F2073D63}"/>
          </ac:picMkLst>
        </pc:picChg>
      </pc:sldChg>
      <pc:sldChg chg="addSp modSp add">
        <pc:chgData name="Love Porwal" userId="e9c5858c7b44cbdc" providerId="LiveId" clId="{482F7904-F943-40A8-B3EB-449831205F53}" dt="2025-04-11T10:11:31.929" v="31"/>
        <pc:sldMkLst>
          <pc:docMk/>
          <pc:sldMk cId="819386485" sldId="266"/>
        </pc:sldMkLst>
        <pc:picChg chg="add mod">
          <ac:chgData name="Love Porwal" userId="e9c5858c7b44cbdc" providerId="LiveId" clId="{482F7904-F943-40A8-B3EB-449831205F53}" dt="2025-04-11T10:11:31.929" v="31"/>
          <ac:picMkLst>
            <pc:docMk/>
            <pc:sldMk cId="819386485" sldId="266"/>
            <ac:picMk id="3" creationId="{0F913478-4CB9-39D8-1DB2-8720D29CEDDD}"/>
          </ac:picMkLst>
        </pc:picChg>
      </pc:sldChg>
      <pc:sldChg chg="addSp modSp add">
        <pc:chgData name="Love Porwal" userId="e9c5858c7b44cbdc" providerId="LiveId" clId="{482F7904-F943-40A8-B3EB-449831205F53}" dt="2025-04-11T10:11:37.153" v="32"/>
        <pc:sldMkLst>
          <pc:docMk/>
          <pc:sldMk cId="2776281612" sldId="267"/>
        </pc:sldMkLst>
        <pc:picChg chg="add mod">
          <ac:chgData name="Love Porwal" userId="e9c5858c7b44cbdc" providerId="LiveId" clId="{482F7904-F943-40A8-B3EB-449831205F53}" dt="2025-04-11T10:11:37.153" v="32"/>
          <ac:picMkLst>
            <pc:docMk/>
            <pc:sldMk cId="2776281612" sldId="267"/>
            <ac:picMk id="3" creationId="{88E36E34-30BE-CB81-D687-CC4B55DA7E02}"/>
          </ac:picMkLst>
        </pc:picChg>
      </pc:sldChg>
      <pc:sldChg chg="addSp modSp add">
        <pc:chgData name="Love Porwal" userId="e9c5858c7b44cbdc" providerId="LiveId" clId="{482F7904-F943-40A8-B3EB-449831205F53}" dt="2025-04-11T10:11:40.133" v="33"/>
        <pc:sldMkLst>
          <pc:docMk/>
          <pc:sldMk cId="1466317132" sldId="268"/>
        </pc:sldMkLst>
        <pc:picChg chg="add mod">
          <ac:chgData name="Love Porwal" userId="e9c5858c7b44cbdc" providerId="LiveId" clId="{482F7904-F943-40A8-B3EB-449831205F53}" dt="2025-04-11T10:11:40.133" v="33"/>
          <ac:picMkLst>
            <pc:docMk/>
            <pc:sldMk cId="1466317132" sldId="268"/>
            <ac:picMk id="3" creationId="{E86B85B8-32D9-52FD-8AA9-B1D6C16A4FDA}"/>
          </ac:picMkLst>
        </pc:picChg>
      </pc:sldChg>
      <pc:sldChg chg="addSp modSp add">
        <pc:chgData name="Love Porwal" userId="e9c5858c7b44cbdc" providerId="LiveId" clId="{482F7904-F943-40A8-B3EB-449831205F53}" dt="2025-04-11T10:11:50.100" v="49"/>
        <pc:sldMkLst>
          <pc:docMk/>
          <pc:sldMk cId="2668905569" sldId="269"/>
        </pc:sldMkLst>
        <pc:picChg chg="add mod">
          <ac:chgData name="Love Porwal" userId="e9c5858c7b44cbdc" providerId="LiveId" clId="{482F7904-F943-40A8-B3EB-449831205F53}" dt="2025-04-11T10:11:50.100" v="49"/>
          <ac:picMkLst>
            <pc:docMk/>
            <pc:sldMk cId="2668905569" sldId="269"/>
            <ac:picMk id="3" creationId="{EE77E509-E0A5-D2CC-1A69-BC3B94856465}"/>
          </ac:picMkLst>
        </pc:picChg>
      </pc:sldChg>
      <pc:sldChg chg="addSp modSp add">
        <pc:chgData name="Love Porwal" userId="e9c5858c7b44cbdc" providerId="LiveId" clId="{482F7904-F943-40A8-B3EB-449831205F53}" dt="2025-04-11T10:11:52.860" v="50"/>
        <pc:sldMkLst>
          <pc:docMk/>
          <pc:sldMk cId="2129859946" sldId="270"/>
        </pc:sldMkLst>
        <pc:picChg chg="add mod">
          <ac:chgData name="Love Porwal" userId="e9c5858c7b44cbdc" providerId="LiveId" clId="{482F7904-F943-40A8-B3EB-449831205F53}" dt="2025-04-11T10:11:52.860" v="50"/>
          <ac:picMkLst>
            <pc:docMk/>
            <pc:sldMk cId="2129859946" sldId="270"/>
            <ac:picMk id="3" creationId="{BB96868C-5C49-A9DB-F235-6CB4D8DDF97E}"/>
          </ac:picMkLst>
        </pc:picChg>
      </pc:sldChg>
      <pc:sldChg chg="addSp modSp add">
        <pc:chgData name="Love Porwal" userId="e9c5858c7b44cbdc" providerId="LiveId" clId="{482F7904-F943-40A8-B3EB-449831205F53}" dt="2025-04-11T10:11:55.560" v="51"/>
        <pc:sldMkLst>
          <pc:docMk/>
          <pc:sldMk cId="4044090114" sldId="271"/>
        </pc:sldMkLst>
        <pc:picChg chg="add mod">
          <ac:chgData name="Love Porwal" userId="e9c5858c7b44cbdc" providerId="LiveId" clId="{482F7904-F943-40A8-B3EB-449831205F53}" dt="2025-04-11T10:11:55.560" v="51"/>
          <ac:picMkLst>
            <pc:docMk/>
            <pc:sldMk cId="4044090114" sldId="271"/>
            <ac:picMk id="3" creationId="{8AAFB721-3F72-788D-3BFF-693B6CF21D1F}"/>
          </ac:picMkLst>
        </pc:picChg>
      </pc:sldChg>
      <pc:sldChg chg="addSp modSp add">
        <pc:chgData name="Love Porwal" userId="e9c5858c7b44cbdc" providerId="LiveId" clId="{482F7904-F943-40A8-B3EB-449831205F53}" dt="2025-04-11T10:12:02.748" v="52"/>
        <pc:sldMkLst>
          <pc:docMk/>
          <pc:sldMk cId="476570367" sldId="272"/>
        </pc:sldMkLst>
        <pc:picChg chg="add mod">
          <ac:chgData name="Love Porwal" userId="e9c5858c7b44cbdc" providerId="LiveId" clId="{482F7904-F943-40A8-B3EB-449831205F53}" dt="2025-04-11T10:12:02.748" v="52"/>
          <ac:picMkLst>
            <pc:docMk/>
            <pc:sldMk cId="476570367" sldId="272"/>
            <ac:picMk id="3" creationId="{DB501938-48E7-2C12-788D-B304EFE48313}"/>
          </ac:picMkLst>
        </pc:picChg>
      </pc:sldChg>
      <pc:sldChg chg="addSp modSp add">
        <pc:chgData name="Love Porwal" userId="e9c5858c7b44cbdc" providerId="LiveId" clId="{482F7904-F943-40A8-B3EB-449831205F53}" dt="2025-04-11T10:12:05.957" v="53"/>
        <pc:sldMkLst>
          <pc:docMk/>
          <pc:sldMk cId="3894552049" sldId="273"/>
        </pc:sldMkLst>
        <pc:picChg chg="add mod">
          <ac:chgData name="Love Porwal" userId="e9c5858c7b44cbdc" providerId="LiveId" clId="{482F7904-F943-40A8-B3EB-449831205F53}" dt="2025-04-11T10:12:05.957" v="53"/>
          <ac:picMkLst>
            <pc:docMk/>
            <pc:sldMk cId="3894552049" sldId="273"/>
            <ac:picMk id="3" creationId="{40DDB1E9-543A-4679-B74F-EE37189540FE}"/>
          </ac:picMkLst>
        </pc:picChg>
      </pc:sldChg>
      <pc:sldChg chg="addSp modSp add">
        <pc:chgData name="Love Porwal" userId="e9c5858c7b44cbdc" providerId="LiveId" clId="{482F7904-F943-40A8-B3EB-449831205F53}" dt="2025-04-11T10:12:09.643" v="54"/>
        <pc:sldMkLst>
          <pc:docMk/>
          <pc:sldMk cId="3239855933" sldId="274"/>
        </pc:sldMkLst>
        <pc:picChg chg="add mod">
          <ac:chgData name="Love Porwal" userId="e9c5858c7b44cbdc" providerId="LiveId" clId="{482F7904-F943-40A8-B3EB-449831205F53}" dt="2025-04-11T10:12:09.643" v="54"/>
          <ac:picMkLst>
            <pc:docMk/>
            <pc:sldMk cId="3239855933" sldId="274"/>
            <ac:picMk id="3" creationId="{7A54EBD7-E390-3B62-76D6-AF0D470C01BE}"/>
          </ac:picMkLst>
        </pc:picChg>
      </pc:sldChg>
      <pc:sldChg chg="addSp modSp add">
        <pc:chgData name="Love Porwal" userId="e9c5858c7b44cbdc" providerId="LiveId" clId="{482F7904-F943-40A8-B3EB-449831205F53}" dt="2025-04-11T10:12:12.484" v="55"/>
        <pc:sldMkLst>
          <pc:docMk/>
          <pc:sldMk cId="2924960614" sldId="275"/>
        </pc:sldMkLst>
        <pc:picChg chg="add mod">
          <ac:chgData name="Love Porwal" userId="e9c5858c7b44cbdc" providerId="LiveId" clId="{482F7904-F943-40A8-B3EB-449831205F53}" dt="2025-04-11T10:12:12.484" v="55"/>
          <ac:picMkLst>
            <pc:docMk/>
            <pc:sldMk cId="2924960614" sldId="275"/>
            <ac:picMk id="3" creationId="{41844E64-5F31-B829-C4F8-443619825F35}"/>
          </ac:picMkLst>
        </pc:picChg>
      </pc:sldChg>
      <pc:sldChg chg="addSp modSp add">
        <pc:chgData name="Love Porwal" userId="e9c5858c7b44cbdc" providerId="LiveId" clId="{482F7904-F943-40A8-B3EB-449831205F53}" dt="2025-04-11T10:12:15.246" v="56"/>
        <pc:sldMkLst>
          <pc:docMk/>
          <pc:sldMk cId="1094873507" sldId="276"/>
        </pc:sldMkLst>
        <pc:picChg chg="add mod">
          <ac:chgData name="Love Porwal" userId="e9c5858c7b44cbdc" providerId="LiveId" clId="{482F7904-F943-40A8-B3EB-449831205F53}" dt="2025-04-11T10:12:15.246" v="56"/>
          <ac:picMkLst>
            <pc:docMk/>
            <pc:sldMk cId="1094873507" sldId="276"/>
            <ac:picMk id="3" creationId="{E4232E83-9AA8-0AFE-980C-9BE253A1EC41}"/>
          </ac:picMkLst>
        </pc:picChg>
      </pc:sldChg>
      <pc:sldChg chg="addSp modSp add">
        <pc:chgData name="Love Porwal" userId="e9c5858c7b44cbdc" providerId="LiveId" clId="{482F7904-F943-40A8-B3EB-449831205F53}" dt="2025-04-11T10:12:21.986" v="57"/>
        <pc:sldMkLst>
          <pc:docMk/>
          <pc:sldMk cId="2130315797" sldId="277"/>
        </pc:sldMkLst>
        <pc:picChg chg="add mod">
          <ac:chgData name="Love Porwal" userId="e9c5858c7b44cbdc" providerId="LiveId" clId="{482F7904-F943-40A8-B3EB-449831205F53}" dt="2025-04-11T10:12:21.986" v="57"/>
          <ac:picMkLst>
            <pc:docMk/>
            <pc:sldMk cId="2130315797" sldId="277"/>
            <ac:picMk id="3" creationId="{395F7D85-A6C5-4D1C-886B-776558A20026}"/>
          </ac:picMkLst>
        </pc:picChg>
      </pc:sldChg>
      <pc:sldChg chg="addSp modSp add">
        <pc:chgData name="Love Porwal" userId="e9c5858c7b44cbdc" providerId="LiveId" clId="{482F7904-F943-40A8-B3EB-449831205F53}" dt="2025-04-11T10:12:29.900" v="58"/>
        <pc:sldMkLst>
          <pc:docMk/>
          <pc:sldMk cId="203153932" sldId="278"/>
        </pc:sldMkLst>
        <pc:picChg chg="add mod">
          <ac:chgData name="Love Porwal" userId="e9c5858c7b44cbdc" providerId="LiveId" clId="{482F7904-F943-40A8-B3EB-449831205F53}" dt="2025-04-11T10:12:29.900" v="58"/>
          <ac:picMkLst>
            <pc:docMk/>
            <pc:sldMk cId="203153932" sldId="278"/>
            <ac:picMk id="3" creationId="{523DDE3B-33C6-795F-7AC9-BDDEB31B480D}"/>
          </ac:picMkLst>
        </pc:picChg>
      </pc:sldChg>
      <pc:sldChg chg="addSp modSp add">
        <pc:chgData name="Love Porwal" userId="e9c5858c7b44cbdc" providerId="LiveId" clId="{482F7904-F943-40A8-B3EB-449831205F53}" dt="2025-04-11T10:12:33.952" v="59"/>
        <pc:sldMkLst>
          <pc:docMk/>
          <pc:sldMk cId="1053030258" sldId="279"/>
        </pc:sldMkLst>
        <pc:picChg chg="add mod">
          <ac:chgData name="Love Porwal" userId="e9c5858c7b44cbdc" providerId="LiveId" clId="{482F7904-F943-40A8-B3EB-449831205F53}" dt="2025-04-11T10:12:33.952" v="59"/>
          <ac:picMkLst>
            <pc:docMk/>
            <pc:sldMk cId="1053030258" sldId="279"/>
            <ac:picMk id="3" creationId="{05F781C0-4D09-192E-9DAC-DB4E8979BD97}"/>
          </ac:picMkLst>
        </pc:picChg>
      </pc:sldChg>
      <pc:sldChg chg="addSp modSp add">
        <pc:chgData name="Love Porwal" userId="e9c5858c7b44cbdc" providerId="LiveId" clId="{482F7904-F943-40A8-B3EB-449831205F53}" dt="2025-04-11T10:12:38.040" v="60"/>
        <pc:sldMkLst>
          <pc:docMk/>
          <pc:sldMk cId="5502425" sldId="280"/>
        </pc:sldMkLst>
        <pc:picChg chg="add mod">
          <ac:chgData name="Love Porwal" userId="e9c5858c7b44cbdc" providerId="LiveId" clId="{482F7904-F943-40A8-B3EB-449831205F53}" dt="2025-04-11T10:12:38.040" v="60"/>
          <ac:picMkLst>
            <pc:docMk/>
            <pc:sldMk cId="5502425" sldId="280"/>
            <ac:picMk id="3" creationId="{9EA91E3A-2A98-319A-6B1E-E9CDDC6B62BE}"/>
          </ac:picMkLst>
        </pc:picChg>
      </pc:sldChg>
      <pc:sldChg chg="addSp modSp add">
        <pc:chgData name="Love Porwal" userId="e9c5858c7b44cbdc" providerId="LiveId" clId="{482F7904-F943-40A8-B3EB-449831205F53}" dt="2025-04-11T10:12:42.304" v="61"/>
        <pc:sldMkLst>
          <pc:docMk/>
          <pc:sldMk cId="2710986105" sldId="281"/>
        </pc:sldMkLst>
        <pc:picChg chg="add mod">
          <ac:chgData name="Love Porwal" userId="e9c5858c7b44cbdc" providerId="LiveId" clId="{482F7904-F943-40A8-B3EB-449831205F53}" dt="2025-04-11T10:12:42.304" v="61"/>
          <ac:picMkLst>
            <pc:docMk/>
            <pc:sldMk cId="2710986105" sldId="281"/>
            <ac:picMk id="3" creationId="{C013C4D7-D637-06D7-6BF1-67581FD8CBA9}"/>
          </ac:picMkLst>
        </pc:picChg>
      </pc:sldChg>
      <pc:sldChg chg="addSp modSp add">
        <pc:chgData name="Love Porwal" userId="e9c5858c7b44cbdc" providerId="LiveId" clId="{482F7904-F943-40A8-B3EB-449831205F53}" dt="2025-04-11T10:12:45.357" v="62"/>
        <pc:sldMkLst>
          <pc:docMk/>
          <pc:sldMk cId="2361039448" sldId="282"/>
        </pc:sldMkLst>
        <pc:picChg chg="add mod">
          <ac:chgData name="Love Porwal" userId="e9c5858c7b44cbdc" providerId="LiveId" clId="{482F7904-F943-40A8-B3EB-449831205F53}" dt="2025-04-11T10:12:45.357" v="62"/>
          <ac:picMkLst>
            <pc:docMk/>
            <pc:sldMk cId="2361039448" sldId="282"/>
            <ac:picMk id="3" creationId="{DAB44801-6429-A6A3-B9CD-8E05257FE1C5}"/>
          </ac:picMkLst>
        </pc:picChg>
      </pc:sldChg>
      <pc:sldChg chg="addSp modSp add">
        <pc:chgData name="Love Porwal" userId="e9c5858c7b44cbdc" providerId="LiveId" clId="{482F7904-F943-40A8-B3EB-449831205F53}" dt="2025-04-11T10:12:48.290" v="63"/>
        <pc:sldMkLst>
          <pc:docMk/>
          <pc:sldMk cId="2373640434" sldId="283"/>
        </pc:sldMkLst>
        <pc:picChg chg="add mod">
          <ac:chgData name="Love Porwal" userId="e9c5858c7b44cbdc" providerId="LiveId" clId="{482F7904-F943-40A8-B3EB-449831205F53}" dt="2025-04-11T10:12:48.290" v="63"/>
          <ac:picMkLst>
            <pc:docMk/>
            <pc:sldMk cId="2373640434" sldId="283"/>
            <ac:picMk id="3" creationId="{3037CEE5-D8C9-8A7F-A30E-E100610B8BD3}"/>
          </ac:picMkLst>
        </pc:picChg>
      </pc:sldChg>
      <pc:sldChg chg="addSp modSp add">
        <pc:chgData name="Love Porwal" userId="e9c5858c7b44cbdc" providerId="LiveId" clId="{482F7904-F943-40A8-B3EB-449831205F53}" dt="2025-04-11T10:12:52.094" v="64"/>
        <pc:sldMkLst>
          <pc:docMk/>
          <pc:sldMk cId="3155685085" sldId="284"/>
        </pc:sldMkLst>
        <pc:picChg chg="add mod">
          <ac:chgData name="Love Porwal" userId="e9c5858c7b44cbdc" providerId="LiveId" clId="{482F7904-F943-40A8-B3EB-449831205F53}" dt="2025-04-11T10:12:52.094" v="64"/>
          <ac:picMkLst>
            <pc:docMk/>
            <pc:sldMk cId="3155685085" sldId="284"/>
            <ac:picMk id="3" creationId="{54089A96-0641-D94D-B0ED-1447B7F21347}"/>
          </ac:picMkLst>
        </pc:picChg>
      </pc:sldChg>
      <pc:sldChg chg="addSp modSp add">
        <pc:chgData name="Love Porwal" userId="e9c5858c7b44cbdc" providerId="LiveId" clId="{482F7904-F943-40A8-B3EB-449831205F53}" dt="2025-04-11T10:12:55.615" v="65"/>
        <pc:sldMkLst>
          <pc:docMk/>
          <pc:sldMk cId="3850271441" sldId="285"/>
        </pc:sldMkLst>
        <pc:picChg chg="add mod">
          <ac:chgData name="Love Porwal" userId="e9c5858c7b44cbdc" providerId="LiveId" clId="{482F7904-F943-40A8-B3EB-449831205F53}" dt="2025-04-11T10:12:55.615" v="65"/>
          <ac:picMkLst>
            <pc:docMk/>
            <pc:sldMk cId="3850271441" sldId="285"/>
            <ac:picMk id="3" creationId="{3D4B302E-60E9-1E48-DEC7-CDC48083120D}"/>
          </ac:picMkLst>
        </pc:picChg>
      </pc:sldChg>
      <pc:sldChg chg="addSp modSp add">
        <pc:chgData name="Love Porwal" userId="e9c5858c7b44cbdc" providerId="LiveId" clId="{482F7904-F943-40A8-B3EB-449831205F53}" dt="2025-04-11T10:12:59.252" v="66"/>
        <pc:sldMkLst>
          <pc:docMk/>
          <pc:sldMk cId="1979750317" sldId="286"/>
        </pc:sldMkLst>
        <pc:picChg chg="add mod">
          <ac:chgData name="Love Porwal" userId="e9c5858c7b44cbdc" providerId="LiveId" clId="{482F7904-F943-40A8-B3EB-449831205F53}" dt="2025-04-11T10:12:59.252" v="66"/>
          <ac:picMkLst>
            <pc:docMk/>
            <pc:sldMk cId="1979750317" sldId="286"/>
            <ac:picMk id="3" creationId="{01AD37BE-50A3-996C-F34C-FA5462289D3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18E1-473E-E3E5-F512-A92A0FB7E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F9447-6EEC-C843-8214-7E5D25857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F7A69-2A4C-98AB-E80F-1227FD219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B28DF-0DF1-4C41-A104-D9B0D26A64E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B9064-5530-7B8C-DBCB-8BD20EEC8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97B96-60BF-EF59-54B0-E7202CAF5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FB46-4EAC-4B22-A4C0-D5043CF83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474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AB827-6763-2800-430D-6C612AAEC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485F5-E9F4-A842-3B23-74860C099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DC215-6C3A-9E2A-83E3-58605AFA6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B28DF-0DF1-4C41-A104-D9B0D26A64E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26139-9C51-B43C-24EC-2C77DC79D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F1468-21C4-4EBA-A7E0-3221F6400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FB46-4EAC-4B22-A4C0-D5043CF83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14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8A4AB-E5AC-C6D6-5848-DFA049EF4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F0DBA-66A0-F067-7AA8-62B54F444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117D1-C832-86C3-7DBD-9E920AB8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B28DF-0DF1-4C41-A104-D9B0D26A64E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EF673-E191-0572-27CA-80222EB0A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6E929-7057-1971-5414-9BB517FD3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FB46-4EAC-4B22-A4C0-D5043CF83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127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F6540-33FC-3AF6-6498-EE3892AF3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97EC1-D15B-BD4A-6229-7B967ACB2E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830B5B-DF94-D4BC-D1D0-0FF784301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29AC0-55F6-DE38-FFC7-B4C07243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B28DF-0DF1-4C41-A104-D9B0D26A64E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51E1E-3178-F77D-D2A8-6F84E9C11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7218E-FE53-FA32-E732-D53953373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FB46-4EAC-4B22-A4C0-D5043CF83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587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FAFB2-7535-B3D9-C2D6-B76BCE9F9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9AC98-0BB4-5B3B-4451-912D3F311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39DA52-E40A-64A7-5BA8-9717F09C4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76C76-8C10-F72E-9A20-F9EA25602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BBD1F2-B0C8-552B-6E17-6F42E17F76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9DFD6C-08B1-4707-ECD9-2B1F7EAF5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B28DF-0DF1-4C41-A104-D9B0D26A64E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8D14CF-D10F-6DCF-2594-21FA633C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3C4982-AD9A-D5A2-7998-03CF2911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FB46-4EAC-4B22-A4C0-D5043CF83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57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4A5E3-7E6F-9B7A-F532-733570417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CC8636-C32A-0BD1-2965-0226AB2AA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B28DF-0DF1-4C41-A104-D9B0D26A64E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513A23-237E-5196-7118-1DD6A03A5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64DC63-730B-4178-864C-F0D3B03BB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FB46-4EAC-4B22-A4C0-D5043CF83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185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F4D874-97DA-2774-51B4-FFDD1D838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B28DF-0DF1-4C41-A104-D9B0D26A64E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E644D9-36DE-46F9-1A34-B06049936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15A81-B025-6F19-C581-E6E69D546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FB46-4EAC-4B22-A4C0-D5043CF83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934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C15D4-E4DA-8732-E047-0B275D570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409B4-0BBB-350C-A440-E6B874B39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DB325F-37C6-0CFE-04D5-6109A7045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7D5A0-96AE-3708-E6A8-89625A61B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B28DF-0DF1-4C41-A104-D9B0D26A64E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A01F2-B1A3-E441-79B7-F1E816A8A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3DAB6-2EB2-2FBC-ACC8-031CD7E0A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FB46-4EAC-4B22-A4C0-D5043CF83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425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D5C2-3434-5975-2B72-E4567D0BF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E1EE1E-595C-CEAB-9D72-363A0BD2A6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BFE2A0-FB03-F514-7CB2-D006051EA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F1D30-0A1F-B73B-097E-F5EF93293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B28DF-0DF1-4C41-A104-D9B0D26A64E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76EAC-E242-BD4C-0547-5603201CE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33DCC-8181-4385-C4E5-487F5DA2B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FB46-4EAC-4B22-A4C0-D5043CF83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074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AB31C-6FDD-34BE-7147-BCCB57802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8664C1-8EA7-9CBE-147C-09A19C713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C25A3-CE14-7AFE-AD0E-200EDB2D6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B28DF-0DF1-4C41-A104-D9B0D26A64E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46224-B6CC-31D1-FA60-9B2D29AE3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C5BDD-AD82-AA51-90CA-9F4ABFBBF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FB46-4EAC-4B22-A4C0-D5043CF83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307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509D76-C7F2-A5B6-BF22-AA7549408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FC957-6998-8C3F-EF78-263E7E952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43830-3CE8-38FD-C30B-C43BDC270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B28DF-0DF1-4C41-A104-D9B0D26A64E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9EB43-2C7D-93FF-3193-B66F86C10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46B5F-7F05-25EA-0B1C-90F4903E2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FB46-4EAC-4B22-A4C0-D5043CF83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816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4A4BB6-6D30-4A75-E4F0-7B736DE55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A7F41-E57C-A288-A2D8-009ED776B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F8265-DBEE-51D4-DB56-5B3BD0F2D7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B28DF-0DF1-4C41-A104-D9B0D26A64E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A465D-C9DC-B0BD-0F4A-DEFAC4B628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75EFF-B8E7-0F73-9BE6-0719E3464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DFB46-4EAC-4B22-A4C0-D5043CF83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2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99DC57-E838-28C6-B011-53F23211D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116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9F114B-7027-EEB1-BF5B-0EABCB6E5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154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2A015E-2D25-2D5C-A6DD-EF28AE786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141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BE50E-818B-2418-0CE9-BE42A7A56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5FDABF-B573-0C26-43A8-103025E9D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50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6BFBC-B888-F00B-715B-5F0382112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C5E832-BBD5-2504-EF70-01721594A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326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3C62B-AF36-007E-0C55-C19DBB92D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4B06C5-A175-76BA-9590-20B2759BA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32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16DF2-5179-59C5-3EB6-2700C4C66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7EB971-B579-A081-B28F-17F1E7D94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330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07CBC-2B77-A966-214D-5CF7FA65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CE524F-C786-65FE-4FF0-2657D82DB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219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1674B-54C3-B638-DF5B-910CD8BFF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9E42A7-AF1C-2C61-7B20-81645EA50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992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A3DC6-2CB1-2BE9-7C20-E2410DFA0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88E698-FEE2-2BB7-084B-A978F2073D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57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3DBF7-0AC8-0C90-EE60-8C5D515D9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913478-4CB9-39D8-1DB2-8720D29CE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386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9B6CD-8025-D8ED-0F54-CD4C9AA82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E36E34-30BE-CB81-D687-CC4B55DA7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81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C0367-042B-DB8B-337D-104994ACA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6B85B8-32D9-52FD-8AA9-B1D6C16A4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317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B80D9-B9B0-E9A2-65B7-0F5B16226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77E509-E0A5-D2CC-1A69-BC3B94856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905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7338C-DA7B-6C79-3D9C-F5BDDE35D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96868C-5C49-A9DB-F235-6CB4D8DDF9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859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70BF5-4351-2093-D6EA-46E737D2E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AFB721-3F72-788D-3BFF-693B6CF21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090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43268-9B8B-F849-2DCD-7448354F8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501938-48E7-2C12-788D-B304EFE48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570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B0D49-C935-7A75-600E-D9A68F6B2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DDB1E9-543A-4679-B74F-EE3718954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552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2360A-4B95-E20F-04C8-E07A2578A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54EBD7-E390-3B62-76D6-AF0D470C0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855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4C62A-149C-1E7A-22E6-B9D38E89F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844E64-5F31-B829-C4F8-443619825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960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6C607-890C-7294-7E98-A6270380F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232E83-9AA8-0AFE-980C-9BE253A1E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873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F368C-7321-9975-B268-9A343E9FF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5F7D85-A6C5-4D1C-886B-776558A20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315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90B2B-EAF3-2674-C37F-C47634394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3DDE3B-33C6-795F-7AC9-BDDEB31B4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539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94D66-AF56-75FB-0480-69EAFA817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F781C0-4D09-192E-9DAC-DB4E8979B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0302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D303A-5A83-B84D-145E-5597D70C4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A91E3A-2A98-319A-6B1E-E9CDDC6B6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2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0627D-3ED1-FABB-0C0F-B5E25640E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13C4D7-D637-06D7-6BF1-67581FD8C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9861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597C5-3996-A85A-7AD3-034B56481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B44801-6429-A6A3-B9CD-8E05257FE1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0394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E93C9-A69B-8416-4F95-79D9E77AB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37CEE5-D8C9-8A7F-A30E-E100610B8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6404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F8754-5F28-FDCC-538F-E99CD7F68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089A96-0641-D94D-B0ED-1447B7F21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6850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91799-A94A-5FB8-3ED6-478E1066D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4B302E-60E9-1E48-DEC7-CDC480831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2714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B4E8D-C195-DE9B-1A8F-558BE6C20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AD37BE-50A3-996C-F34C-FA5462289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750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Love Porwal</dc:creator>
  <cp:lastModifiedBy>Love Porwal</cp:lastModifiedBy>
  <cp:revision>1</cp:revision>
  <dcterms:created xsi:type="dcterms:W3CDTF">2025-04-11T10:09:30Z</dcterms:created>
  <dcterms:modified xsi:type="dcterms:W3CDTF">2025-04-11T10:13:00Z</dcterms:modified>
</cp:coreProperties>
</file>