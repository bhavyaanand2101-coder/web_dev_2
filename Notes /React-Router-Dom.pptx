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p5LfVqaJfYGQHjz8dScSk8uxQ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1875" y="-761350"/>
            <a:ext cx="16254773" cy="1008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2025-05-20T18:57:00Z</dcterms:created>
  <dc:creator>Love Porwal</dc:creator>
</cp:coreProperties>
</file>