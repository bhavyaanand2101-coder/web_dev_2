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Slab"/>
      <p:regular r:id="rId28"/>
      <p:bold r:id="rId29"/>
    </p:embeddedFont>
    <p:embeddedFont>
      <p:font typeface="Poppi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lab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6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b88eaf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b88ea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b88eaf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b88eaf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d3b5866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dd3b586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dd3b5866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dd3b586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b88eaf92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b88eaf92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dd3b5866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dd3b5866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dd3b5866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dd3b5866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dd3b5866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dd3b5866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dd3b5866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dd3b5866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dd3b5866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dd3b5866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dd3b5866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dd3b5866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dd3b5866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dd3b5866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dd3b5866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dd3b5866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dd3b5866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dd3b5866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dd3b5866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dd3b5866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dd3b5866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dd3b5866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dd3b5866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dd3b5866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dd3b5866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dd3b5866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eb88eaf92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eb88eaf92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eb88eaf92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eb88eaf92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eb88eaf9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eb88eaf9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eb88eaf9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eb88eaf9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9.jp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wgtZ3FYERudVqaNbXqomxu7tVUuyPaIf/view" TargetMode="External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mrhNEIG42SZ6q6pLh3agmUr9wXFaichm/view" TargetMode="External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3lYnUJOK81UoIvL_qJUDBPMPCMp8M_B5/view" TargetMode="External"/><Relationship Id="rId5" Type="http://schemas.openxmlformats.org/officeDocument/2006/relationships/image" Target="../media/image2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7rZoPlpR33HEVmh2hvHAsT5866wdGeE6/view" TargetMode="External"/><Relationship Id="rId5" Type="http://schemas.openxmlformats.org/officeDocument/2006/relationships/image" Target="../media/image2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chemeClr val="lt1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7</a:t>
                </a:r>
                <a:r>
                  <a:rPr lang="en" sz="2700">
                    <a:solidFill>
                      <a:schemeClr val="lt1"/>
                    </a:solidFill>
                  </a:rPr>
                  <a:t>:</a:t>
                </a:r>
                <a:endParaRPr sz="22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Event Propagation</a:t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Bubbling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Capturing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preventDefault()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 have a button inside a div, and both have a click listener, which one runs first when you click the button?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Questions-bro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 you have a button inside a div, and both have a click listener, which one runs first when you click the button?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1502150"/>
            <a:ext cx="450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answer is 'it depends,' and it reveals a fundamental mechanism of how events travel through the DOM called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Event Propagation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6" title="20250714_0956_Event Propagation Animation_simple_compose_01k03jw5gqe3c9mewf2nbzdyt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1423250"/>
            <a:ext cx="2656274" cy="33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 Propagation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311700" y="1234440"/>
            <a:ext cx="75456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Propagation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the process that defines how events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travel through the DOM tree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an event is triggered (like a click).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determines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elements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respond first — parent or child — and in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order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they respond.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Propagation has 3 phases: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Capturing Phase:</a:t>
            </a:r>
            <a:b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Event moves </a:t>
            </a: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root (document)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down </a:t>
            </a: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towards the target element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Target Phase:</a:t>
            </a:r>
            <a:b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event reaches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exact element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was interacted with.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Bubbling Phase:</a:t>
            </a:r>
            <a:b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Event then moves </a:t>
            </a:r>
            <a:r>
              <a:rPr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 up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the target to the root.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 Capturing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311700" y="1234440"/>
            <a:ext cx="75456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travels from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outermost parent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down to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target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Executed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first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when useCapture is set to true in addEventListener.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Order: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Document → HTML → Body → Parent → Child (Target)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8" title="carbon - 2025-07-14T101010.17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375" y="2571750"/>
            <a:ext cx="5937824" cy="12972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Event Capturing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19" title="carbon - 2025-07-14T101855.97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4700" y="969200"/>
            <a:ext cx="6294598" cy="160316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24" name="Google Shape;124;p19" title="carbon - 2025-07-14T101825.4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4700" y="2661250"/>
            <a:ext cx="6294599" cy="22541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: Event Capturing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0" title="Screen Recording 2025-07-14 102327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325" y="1077475"/>
            <a:ext cx="7689350" cy="352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 Bubbling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311700" y="1234440"/>
            <a:ext cx="75456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starts at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target 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bubbles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up to its ancestors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is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default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behavior in JavaScript.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Order: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Target → Parent → Body → HTML → Document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p21" title="carbon - 2025-07-14T103307.35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4850" y="2571750"/>
            <a:ext cx="5796276" cy="12972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Event Bubbling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9" name="Google Shape;149;p22" title="carbon - 2025-07-14T104711.64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4700" y="925013"/>
            <a:ext cx="6294600" cy="16993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50" name="Google Shape;150;p22" title="carbon - 2025-07-14T104341.23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4700" y="2708325"/>
            <a:ext cx="6294600" cy="22934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 Event Bubbling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23" title="Screen Recording 2025-07-14 103945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7612" y="1179700"/>
            <a:ext cx="6928776" cy="30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576075" y="210300"/>
            <a:ext cx="722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Some HTML elements have default behaviors — like &lt;a&gt; navigating or &lt;form&gt; refreshing. But what if we want JavaScript to handle those actions instead?</a:t>
            </a:r>
            <a:endParaRPr b="1"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4" title="Questions-bro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576075" y="210300"/>
            <a:ext cx="722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Some HTML elements have default behaviors — like &lt;a&gt; navigating or &lt;form&gt; refreshing. But what if we want JavaScript to handle those actions instead?</a:t>
            </a:r>
            <a:endParaRPr b="1"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311700" y="1557200"/>
            <a:ext cx="75456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need a way to tell the browser, 'Stop! Don't do your default action. I'll take it from here.'"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exactly what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does — it stops the browser’s automatic behavior so we can handle things our way using JavaScript.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an event listener runs, it gets an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 object (e)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 details about the event — like which key was pressed or where the mouse was clicked.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311700" y="1258350"/>
            <a:ext cx="7545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method on the event object that stops the browser from executing its default action for that event.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11700" y="2378750"/>
            <a:ext cx="11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26" title="carbon - 2025-07-14T113515.0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700" y="2452875"/>
            <a:ext cx="5004875" cy="15179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without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2" name="Google Shape;192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" name="Google Shape;194;p27" title="carbon - 2025-07-14T114852.0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375" y="1171825"/>
            <a:ext cx="6178226" cy="16830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195" name="Google Shape;195;p27" title="carbon - 2025-07-14T115029.76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4375" y="3007275"/>
            <a:ext cx="6178226" cy="15227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without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3" name="Google Shape;203;p28" title="Screen Recording 2025-07-14 115525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63975"/>
            <a:ext cx="8459998" cy="31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with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" name="Google Shape;209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29" title="carbon - 2025-07-14T114852.0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375" y="1171825"/>
            <a:ext cx="6178226" cy="16830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212" name="Google Shape;212;p29" title="carbon - 2025-07-14T115045.55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4375" y="3007275"/>
            <a:ext cx="6178226" cy="152277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with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8" name="Google Shape;218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0" name="Google Shape;220;p30" title="Screen Recording 2025-07-14 115628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000" y="1309938"/>
            <a:ext cx="8460000" cy="25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modern browsers, what is the default phase of event propagation?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Capturing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Targeting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Bubbling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It is random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3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31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Bubbling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2" name="Google Shape;232;p31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233" name="Google Shape;233;p3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34" name="Google Shape;234;p31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By default, event listeners respond during the bubbling phase, where the event "bubbles up" from the target element to its ancestors.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0" name="Google Shape;240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During the event bubbling phase, where does the event "travel"?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From the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window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object down to the target element.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From the target element up to its ancestors (parent, grandparent, etc.).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Only on the target element; it does not travel.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From the target element to its sibling elements.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" name="Google Shape;243;p3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2"/>
          <p:cNvSpPr txBox="1"/>
          <p:nvPr/>
        </p:nvSpPr>
        <p:spPr>
          <a:xfrm>
            <a:off x="310950" y="3313725"/>
            <a:ext cx="637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target element up to its ancestors (parent, grandparent, etc.).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6" name="Google Shape;246;p32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247" name="Google Shape;247;p3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48" name="Google Shape;248;p32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Bubbling describes the process where an event, after firing on its target, propagates upwards through the DOM tree to parent elements.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4" name="Google Shape;254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https://javascript.info/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62" name="Google Shape;262;p3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64" name="Google Shape;264;p3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65" name="Google Shape;265;p3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66" name="Google Shape;266;p3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3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68" name="Google Shape;268;p3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