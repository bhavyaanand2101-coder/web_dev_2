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Slab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Poppins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e4d84cc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e4d84cc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e4d84cc1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e4d84cc1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e4d84cc1e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e4d84cc1e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e4d84cc1e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e4d84cc1e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56a15c53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56a15c53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56a15c53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56a15c53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e4d84cc1e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e4d84cc1e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e4d84cc1e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e4d84cc1e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56a15c53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56a15c53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56a15c53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56a15c53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56a15c53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56a15c53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dadd7b31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dadd7b31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e4d84cc1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6e4d84cc1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e4d84cc1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6e4d84cc1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1.jpg"/><Relationship Id="rId8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javascript.info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954584"/>
            <a:chOff x="309849" y="1233369"/>
            <a:chExt cx="3415942" cy="2954584"/>
          </a:xfrm>
        </p:grpSpPr>
        <p:grpSp>
          <p:nvGrpSpPr>
            <p:cNvPr id="66" name="Google Shape;66;p13"/>
            <p:cNvGrpSpPr/>
            <p:nvPr/>
          </p:nvGrpSpPr>
          <p:grpSpPr>
            <a:xfrm>
              <a:off x="309849" y="1233369"/>
              <a:ext cx="3415942" cy="2387863"/>
              <a:chOff x="788865" y="1515488"/>
              <a:chExt cx="4594407" cy="2387863"/>
            </a:xfrm>
          </p:grpSpPr>
          <p:sp>
            <p:nvSpPr>
              <p:cNvPr id="67" name="Google Shape;67;p13"/>
              <p:cNvSpPr txBox="1"/>
              <p:nvPr/>
            </p:nvSpPr>
            <p:spPr>
              <a:xfrm>
                <a:off x="788865" y="1515488"/>
                <a:ext cx="31977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700">
                    <a:solidFill>
                      <a:schemeClr val="lt1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Lecture 3</a:t>
                </a:r>
                <a:r>
                  <a:rPr lang="en" sz="2700">
                    <a:solidFill>
                      <a:schemeClr val="lt1"/>
                    </a:solidFill>
                  </a:rPr>
                  <a:t>:</a:t>
                </a:r>
                <a:endParaRPr sz="22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endParaRPr>
              </a:p>
            </p:txBody>
          </p:sp>
          <p:sp>
            <p:nvSpPr>
              <p:cNvPr id="68" name="Google Shape;68;p13"/>
              <p:cNvSpPr txBox="1"/>
              <p:nvPr/>
            </p:nvSpPr>
            <p:spPr>
              <a:xfrm>
                <a:off x="788875" y="3475300"/>
                <a:ext cx="6990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-By</a:t>
                </a:r>
                <a:endParaRPr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" name="Google Shape;69;p13"/>
              <p:cNvSpPr txBox="1"/>
              <p:nvPr/>
            </p:nvSpPr>
            <p:spPr>
              <a:xfrm>
                <a:off x="790272" y="2145213"/>
                <a:ext cx="4593000" cy="129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400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Modern DOM Selectors</a:t>
                </a:r>
                <a:endParaRPr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1330896" y="3491750"/>
                <a:ext cx="33132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Instructor Name</a:t>
                </a:r>
                <a:endParaRPr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pic>
          <p:nvPicPr>
            <p:cNvPr id="71" name="Google Shape;71;p13" title="javascript-logo-javascript-icon-transparent-free-png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33272" y="3666744"/>
              <a:ext cx="521208" cy="5212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querySelector()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querySelectorAll()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NodeList vs HTMLCollection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querySelector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311700" y="1234440"/>
            <a:ext cx="747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311700" y="1234450"/>
            <a:ext cx="75456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Selects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first element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that matches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CSS selector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More powerful and flexible than getElementById().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311700" y="2371650"/>
            <a:ext cx="9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5" title="carbon - 2025-07-09T170849.011.png"/>
          <p:cNvPicPr preferRelativeResize="0"/>
          <p:nvPr/>
        </p:nvPicPr>
        <p:blipFill rotWithShape="1">
          <a:blip r:embed="rId4">
            <a:alphaModFix/>
          </a:blip>
          <a:srcRect b="2006" l="0" r="0" t="2006"/>
          <a:stretch/>
        </p:blipFill>
        <p:spPr>
          <a:xfrm>
            <a:off x="1289700" y="2426950"/>
            <a:ext cx="5591900" cy="9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 txBox="1"/>
          <p:nvPr/>
        </p:nvSpPr>
        <p:spPr>
          <a:xfrm>
            <a:off x="311700" y="3552800"/>
            <a:ext cx="70545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7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Returns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only the first matching element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73239"/>
              </a:buClr>
              <a:buSzPts val="17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can use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any CSS selector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: class (.card), id (#main), tag (div), etc.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querySelector()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361775" y="1092865"/>
            <a:ext cx="12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0" name="Google Shape;100;p16" title="carbon - 2025-07-09T171201.600.png"/>
          <p:cNvPicPr preferRelativeResize="0"/>
          <p:nvPr/>
        </p:nvPicPr>
        <p:blipFill rotWithShape="1">
          <a:blip r:embed="rId4">
            <a:alphaModFix/>
          </a:blip>
          <a:srcRect b="2954" l="0" r="0" t="2945"/>
          <a:stretch/>
        </p:blipFill>
        <p:spPr>
          <a:xfrm>
            <a:off x="1420600" y="1092875"/>
            <a:ext cx="6362000" cy="13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 title="carbon - 2025-07-09T171315.366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0600" y="2963975"/>
            <a:ext cx="6436701" cy="147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querySelector()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7" name="Google Shape;107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361775" y="1092865"/>
            <a:ext cx="12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8525" y="1092875"/>
            <a:ext cx="4974950" cy="187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/>
        </p:nvSpPr>
        <p:spPr>
          <a:xfrm>
            <a:off x="361775" y="3273025"/>
            <a:ext cx="476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Only 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first paragraph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selected.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querySelector()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" name="Google Shape;117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361775" y="1092865"/>
            <a:ext cx="12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361775" y="3273025"/>
            <a:ext cx="476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650" y="1580225"/>
            <a:ext cx="6733425" cy="278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querySelectorAll()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7" name="Google Shape;127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311700" y="1234440"/>
            <a:ext cx="747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311700" y="1234450"/>
            <a:ext cx="75456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Selects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all elements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that match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CSS selector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Returns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NodeList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(can be looped using forEach()).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311700" y="2371650"/>
            <a:ext cx="9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2" name="Google Shape;132;p19" title="carbon - 2025-07-09T171811.419.png"/>
          <p:cNvPicPr preferRelativeResize="0"/>
          <p:nvPr/>
        </p:nvPicPr>
        <p:blipFill rotWithShape="1">
          <a:blip r:embed="rId4">
            <a:alphaModFix/>
          </a:blip>
          <a:srcRect b="475" l="0" r="0" t="465"/>
          <a:stretch/>
        </p:blipFill>
        <p:spPr>
          <a:xfrm>
            <a:off x="1289700" y="2426950"/>
            <a:ext cx="5591901" cy="9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 txBox="1"/>
          <p:nvPr/>
        </p:nvSpPr>
        <p:spPr>
          <a:xfrm>
            <a:off x="311700" y="3552800"/>
            <a:ext cx="70545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0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Returns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NodeList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not live (unlike getElementsByClassName()).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73239"/>
              </a:buClr>
              <a:buSzPts val="20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Supports full CSS selector syntax, and allows easy iteration.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querySelectorAll()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9" name="Google Shape;139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361775" y="1092865"/>
            <a:ext cx="12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2" name="Google Shape;142;p20" title="carbon - 2025-07-09T172817.31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1000" y="1092875"/>
            <a:ext cx="6362000" cy="165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 title="carbon - 2025-07-09T172745.56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1000" y="2940375"/>
            <a:ext cx="6361998" cy="172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NodeList vs HTMLCollection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9" name="Google Shape;149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1"/>
          <p:cNvSpPr txBox="1"/>
          <p:nvPr/>
        </p:nvSpPr>
        <p:spPr>
          <a:xfrm>
            <a:off x="541500" y="1666275"/>
            <a:ext cx="76392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selecting multiple elements from the DOM, JavaScript returns either 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NodeList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or an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HTMLCollection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Both represent collections of nodes, but they differ in behavior and usage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NodeList vs HTMLCollection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22"/>
          <p:cNvSpPr txBox="1"/>
          <p:nvPr/>
        </p:nvSpPr>
        <p:spPr>
          <a:xfrm>
            <a:off x="431500" y="904600"/>
            <a:ext cx="76392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NodeList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NodeList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a collection of nodes returned by: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querySelectorAll()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childNodes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Characteristics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 include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element nodes and text nodes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Usually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static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(does not update automatically)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Supports forEach() method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Indexed like an array (but not an actual array)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NodeList vs HTMLCollection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5" name="Google Shape;165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3"/>
          <p:cNvSpPr txBox="1"/>
          <p:nvPr/>
        </p:nvSpPr>
        <p:spPr>
          <a:xfrm>
            <a:off x="277450" y="921725"/>
            <a:ext cx="76392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HTMLCollection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HTMLCollection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a collection of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 elements only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returned by: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getElementsByClassName()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getElementsByTagName()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children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Characteristics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Contains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only element nodes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Always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live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(updates automatically when DOM changes)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Does not support forEach() directly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3" name="Google Shape;173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the main difference between </a:t>
            </a:r>
            <a:r>
              <a:rPr b="1" i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querySelector()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and querySelectorAll()?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310900" y="1748350"/>
            <a:ext cx="81615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a) </a:t>
            </a: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querySelector()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newer and faster than </a:t>
            </a: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querySelectorAll()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</a:t>
            </a: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querySelector()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returns the first element that matches a CSS selector, while </a:t>
            </a: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querySelectorAll()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returns a list of all matching elements.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</a:t>
            </a: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querySelector()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can only use ID selectors, while </a:t>
            </a: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querySelectorAll()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can use class selectors.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d) </a:t>
            </a: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querySelector()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returns a live collection, while </a:t>
            </a: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querySelectorAll()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returns a static list.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6" name="Google Shape;176;p2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24"/>
          <p:cNvSpPr txBox="1"/>
          <p:nvPr/>
        </p:nvSpPr>
        <p:spPr>
          <a:xfrm>
            <a:off x="310900" y="3432800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</a:t>
            </a: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querySelector()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returns the first element that matches a CSS selector,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while </a:t>
            </a: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querySelectorAll()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returns a list of all matching elements.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9" name="Google Shape;179;p24"/>
          <p:cNvGrpSpPr/>
          <p:nvPr/>
        </p:nvGrpSpPr>
        <p:grpSpPr>
          <a:xfrm>
            <a:off x="310900" y="4100838"/>
            <a:ext cx="6005825" cy="743413"/>
            <a:chOff x="310900" y="4100838"/>
            <a:chExt cx="6005825" cy="743413"/>
          </a:xfrm>
        </p:grpSpPr>
        <p:sp>
          <p:nvSpPr>
            <p:cNvPr id="180" name="Google Shape;180;p24"/>
            <p:cNvSpPr txBox="1"/>
            <p:nvPr/>
          </p:nvSpPr>
          <p:spPr>
            <a:xfrm>
              <a:off x="310900" y="4100838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81" name="Google Shape;181;p24"/>
            <p:cNvSpPr txBox="1"/>
            <p:nvPr/>
          </p:nvSpPr>
          <p:spPr>
            <a:xfrm>
              <a:off x="1607925" y="4100850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You use </a:t>
              </a:r>
              <a:r>
                <a:rPr b="1"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querySelector()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when you only need the first match, and </a:t>
              </a:r>
              <a:r>
                <a:rPr b="1"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querySelectorAll()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when you need to access or iterate over all elements that match a selector.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7" name="Google Shape;187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JavaScript.info 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covers core JavaScript concepts in depth.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https://javascript.info/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6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195" name="Google Shape;195;p26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197" name="Google Shape;197;p26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198" name="Google Shape;198;p26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199" name="Google Shape;199;p26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0" name="Google Shape;200;p26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201" name="Google Shape;201;p26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6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6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