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5" r:id="rId7"/>
    <p:sldId id="264" r:id="rId8"/>
    <p:sldId id="267" r:id="rId9"/>
    <p:sldId id="266" r:id="rId10"/>
    <p:sldId id="268" r:id="rId11"/>
    <p:sldId id="263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 Porwal" userId="e9c5858c7b44cbdc" providerId="LiveId" clId="{291288C5-A369-420F-B711-394D4955F380}"/>
    <pc:docChg chg="delSld modSld sldOrd">
      <pc:chgData name="Love Porwal" userId="e9c5858c7b44cbdc" providerId="LiveId" clId="{291288C5-A369-420F-B711-394D4955F380}" dt="2025-05-05T07:00:57.487" v="6"/>
      <pc:docMkLst>
        <pc:docMk/>
      </pc:docMkLst>
      <pc:sldChg chg="del">
        <pc:chgData name="Love Porwal" userId="e9c5858c7b44cbdc" providerId="LiveId" clId="{291288C5-A369-420F-B711-394D4955F380}" dt="2025-05-05T06:59:25.361" v="0" actId="47"/>
        <pc:sldMkLst>
          <pc:docMk/>
          <pc:sldMk cId="788194449" sldId="258"/>
        </pc:sldMkLst>
      </pc:sldChg>
      <pc:sldChg chg="ord">
        <pc:chgData name="Love Porwal" userId="e9c5858c7b44cbdc" providerId="LiveId" clId="{291288C5-A369-420F-B711-394D4955F380}" dt="2025-05-05T07:00:39.070" v="2"/>
        <pc:sldMkLst>
          <pc:docMk/>
          <pc:sldMk cId="2560766483" sldId="263"/>
        </pc:sldMkLst>
      </pc:sldChg>
      <pc:sldChg chg="ord">
        <pc:chgData name="Love Porwal" userId="e9c5858c7b44cbdc" providerId="LiveId" clId="{291288C5-A369-420F-B711-394D4955F380}" dt="2025-05-05T07:00:57.487" v="6"/>
        <pc:sldMkLst>
          <pc:docMk/>
          <pc:sldMk cId="779376681" sldId="265"/>
        </pc:sldMkLst>
      </pc:sldChg>
      <pc:sldChg chg="ord">
        <pc:chgData name="Love Porwal" userId="e9c5858c7b44cbdc" providerId="LiveId" clId="{291288C5-A369-420F-B711-394D4955F380}" dt="2025-05-05T07:00:44.310" v="4"/>
        <pc:sldMkLst>
          <pc:docMk/>
          <pc:sldMk cId="41867021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F22A-BFB6-B821-A10E-1265840D2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69882-ADC8-CA42-89F8-F7991B7ED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009EC-ECC2-05BD-91F5-BE538575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1D46F-7F90-857A-2083-4E6E6A8D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91DA-4A28-2522-3557-07971E57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7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04D8-CC28-CE9C-2DEB-09C33100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9AE3-05CB-299F-327C-DD12BD7D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CA87-6B58-3DA6-7B86-501EE865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A9D63-CBE7-0D0A-F47F-6F11E590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0329-3C21-87EB-260B-AACDB820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4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DCC4-5362-E2A6-2347-7FB95C46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2E370-B8CA-D54C-4FA0-D9FDDFA9C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2DE56-CB56-D082-DF38-BB69C181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74BE6-A31A-ED5C-3690-1E1AE7AC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A8857-F9A4-A764-7E2D-F802657E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1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699D-C41E-701B-408D-AA06687F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B401-10A8-2585-8359-008E6E5C4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A0AE8-B563-2165-D86F-A0533903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9C76-3B66-B8F6-E679-63CC6A3D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5CC-61FF-AD74-27B6-EFDCECC9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F8E8D-AB01-0E5E-F50F-56834796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75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0D95-B690-EAF0-1231-C6CE8008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E3554-93A7-B87D-FA0C-1B2A9C4EA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842F1-1198-8475-B7EB-2A6F1FA65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6A9EE-1471-8342-8B8E-15F755C72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67EA8-C8A3-07DC-66C4-CCD53D609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71C9B-52DC-A817-A3B3-DB666879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D43CF-B3B8-45DC-9A49-DFECE5C2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3D720-3EF7-6C13-91E2-F756AA0C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0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A062-3A21-45E7-33BF-C9A2B1B2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449D8-E6AD-8416-8D96-19438630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55486-C61A-FADB-A891-8E7B8CA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7AC8B-6F1D-D421-57F0-5B6DD146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0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906E0-8185-7D7E-FED1-4B3DF764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9B1B9-0C82-6A41-965C-9F2C8DA6E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6C837-0817-1092-11CF-DFA6D038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62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6061-3619-5EE8-C6AC-37310B2C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82C8-59FB-FD23-E453-933B58984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B6220-E2AA-00F4-6277-52688522B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4C74-B102-8E8F-8135-F79F87C0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68707-6DBA-3DA1-279B-4C2E41F0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2497-4E02-0FA2-ABBD-907342DC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0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2A17-4D77-AD17-3A28-43F00C41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04AF4-C368-2D9E-5B08-BD5F29279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0E40F-2EA3-107D-7F48-81F98036B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BD6A3-8964-DA1D-A1C5-9F1E62B0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FD7A5-D43A-ED8F-E5B9-9C9B6CE9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68671-5D21-2ED9-CC64-C4099DA9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6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F506-8128-E9BE-3D58-9EA4944F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F53D7-596C-B965-F36E-EC67799B0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77640-B36A-BCFF-AD46-EEB07D2F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86ACA-DC4E-DDA7-2E3C-827C1623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103F-7695-A3D8-DFA2-7C095F5F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1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8E1FE-4C1B-273A-B1F8-58C55A963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E2B82-CBBE-6895-4E3A-8212FF8F2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828C3-B9A0-9CA0-9BA7-A4DF7C64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73CC8-54B5-260C-E983-21310904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BDC1-FA09-975A-EF3D-AC5C786F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72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C860D-8A0D-30EF-20CD-DB45E7DA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D2F26-49D4-D8B8-E5B3-77956F88F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9E25A-6AD9-D3CD-3F61-36E4BC1A6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70C33-4C49-4A2B-978D-AFC5ADD50AAF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BAFD8-9363-0D48-DD4C-B559230E5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81692-E586-A7A1-38C2-4B37AF4F0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FA543-6A6B-414E-8373-EE69D5435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07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E8C2D-7F2C-5807-4ABE-5B1A1C9F6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1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15B5-591D-28CA-7548-EB0AA683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B0DB6-3555-9546-A347-0F979B0BC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5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EC29-F3EC-C765-8746-A1A37879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782D4-5C83-A47A-FBCF-25E0274B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4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6456-515A-BE9E-C669-D69AC230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8ACED-8FF7-F47C-A5E6-B5F56E442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1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06E9-19D8-7E2A-2DAD-480983E7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11A2A7-1D97-E455-621C-FB987DF41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323F-25CB-2080-F500-EED2FA92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E983CE-2C50-BA5B-5FE8-145EA3C7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76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A442-1D8A-AEEF-264C-3952CDE9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9EE3B-2AA5-DD6D-F73C-19CCB73B5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13F4-D228-FF2A-1CDE-1B4F1B39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0F0B21-65F9-35C4-3389-C926934A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9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3CCA-74B5-2EEF-C289-747ED4E6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CC2AC-A505-483A-A509-0F72C5D97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1331-1476-BBE3-C403-8C82A8A9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4A68C-BAEE-948D-6B76-503472C7F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DCE5-9E76-A9FC-97FD-391253FF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363AF-1B47-2386-DCAE-70FF33039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6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6652-82A5-026D-C45E-6D49A652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B7ECA-E076-BCAC-CAAE-67A4D288F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3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 Porwal</dc:creator>
  <cp:lastModifiedBy>Love Porwal</cp:lastModifiedBy>
  <cp:revision>1</cp:revision>
  <dcterms:created xsi:type="dcterms:W3CDTF">2025-05-05T06:55:19Z</dcterms:created>
  <dcterms:modified xsi:type="dcterms:W3CDTF">2025-05-05T07:00:58Z</dcterms:modified>
</cp:coreProperties>
</file>