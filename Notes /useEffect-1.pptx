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xzcSAwzQ+DhDIG7oiO+wSbI+u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2025-04-28T06:26:23Z</dcterms:created>
  <dc:creator>Love Porwal</dc:creator>
</cp:coreProperties>
</file>