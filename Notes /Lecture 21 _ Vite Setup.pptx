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Roboto Slab"/>
      <p:regular r:id="rId24"/>
      <p:bold r:id="rId25"/>
    </p:embeddedFont>
    <p:embeddedFont>
      <p:font typeface="Poppi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807037B-607D-455A-B027-5969591DDFA7}">
  <a:tblStyle styleId="{0807037B-607D-455A-B027-5969591DDFA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obotoSlab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regular.fntdata"/><Relationship Id="rId25" Type="http://schemas.openxmlformats.org/officeDocument/2006/relationships/font" Target="fonts/RobotoSlab-bold.fntdata"/><Relationship Id="rId28" Type="http://schemas.openxmlformats.org/officeDocument/2006/relationships/font" Target="fonts/Poppins-italic.fntdata"/><Relationship Id="rId27" Type="http://schemas.openxmlformats.org/officeDocument/2006/relationships/font" Target="fonts/Poppi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c743fe8bf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c743fe8bf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c743fe8bf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c743fe8bf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c743fe8b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bc743fe8b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c743fe8b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bc743fe8b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c743fe8b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c743fe8b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c743fe8b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c743fe8b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c743fe8bf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c743fe8b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c743fe8bf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bc743fe8b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c743fe8bf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bc743fe8bf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c743fe8bf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bc743fe8b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bc743fe8bf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bc743fe8bf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c743fe8bf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bc743fe8bf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c743fe8bf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bc743fe8bf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c743fe8bf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bc743fe8bf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bc743fe8bf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bc743fe8bf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bc743fe8bf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bc743fe8bf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bc743fe8bf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bc743fe8bf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5" Type="http://schemas.openxmlformats.org/officeDocument/2006/relationships/image" Target="../media/image13.png"/><Relationship Id="rId6" Type="http://schemas.openxmlformats.org/officeDocument/2006/relationships/image" Target="../media/image1.png"/><Relationship Id="rId7" Type="http://schemas.openxmlformats.org/officeDocument/2006/relationships/image" Target="../media/image24.png"/><Relationship Id="rId8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hyperlink" Target="https://developer.mozilla.org/en-US/docs/Web/JavaScript" TargetMode="External"/><Relationship Id="rId5" Type="http://schemas.openxmlformats.org/officeDocument/2006/relationships/hyperlink" Target="https://www.w3schools.com/js/" TargetMode="External"/><Relationship Id="rId6" Type="http://schemas.openxmlformats.org/officeDocument/2006/relationships/hyperlink" Target="https://react.dev/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5" Type="http://schemas.openxmlformats.org/officeDocument/2006/relationships/image" Target="../media/image13.png"/><Relationship Id="rId6" Type="http://schemas.openxmlformats.org/officeDocument/2006/relationships/image" Target="../media/image1.png"/><Relationship Id="rId7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55" name="Google Shape;55;p13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4405600" y="2017650"/>
            <a:ext cx="458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 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4572000" y="4882896"/>
            <a:ext cx="1607600" cy="292500"/>
            <a:chOff x="5060775" y="4881413"/>
            <a:chExt cx="1607600" cy="292500"/>
          </a:xfrm>
        </p:grpSpPr>
        <p:sp>
          <p:nvSpPr>
            <p:cNvPr id="58" name="Google Shape;58;p13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59" name="Google Shape;59;p13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" name="Google Shape;60;p13"/>
          <p:cNvGrpSpPr/>
          <p:nvPr/>
        </p:nvGrpSpPr>
        <p:grpSpPr>
          <a:xfrm>
            <a:off x="7229300" y="4881425"/>
            <a:ext cx="1926000" cy="292500"/>
            <a:chOff x="7229300" y="4881425"/>
            <a:chExt cx="1926000" cy="292500"/>
          </a:xfrm>
        </p:grpSpPr>
        <p:sp>
          <p:nvSpPr>
            <p:cNvPr id="61" name="Google Shape;61;p13"/>
            <p:cNvSpPr txBox="1"/>
            <p:nvPr/>
          </p:nvSpPr>
          <p:spPr>
            <a:xfrm>
              <a:off x="7326500" y="4881425"/>
              <a:ext cx="1828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accent2"/>
                  </a:solidFill>
                </a:rPr>
                <a:t>Sohna Road,Gurugram,Haryana 122103</a:t>
              </a:r>
              <a:endParaRPr sz="700">
                <a:solidFill>
                  <a:schemeClr val="accent2"/>
                </a:solidFill>
              </a:endParaRPr>
            </a:p>
          </p:txBody>
        </p:sp>
        <p:pic>
          <p:nvPicPr>
            <p:cNvPr id="62" name="Google Shape;62;p13" title="location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29300" y="4965192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3" name="Google Shape;63;p13" title="Untitled (2)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42538" y="2662400"/>
            <a:ext cx="3309826" cy="2000826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5" name="Google Shape;65;p13"/>
          <p:cNvGrpSpPr/>
          <p:nvPr/>
        </p:nvGrpSpPr>
        <p:grpSpPr>
          <a:xfrm>
            <a:off x="309849" y="1233369"/>
            <a:ext cx="3415942" cy="2387863"/>
            <a:chOff x="788865" y="1515488"/>
            <a:chExt cx="4594407" cy="2387863"/>
          </a:xfrm>
        </p:grpSpPr>
        <p:sp>
          <p:nvSpPr>
            <p:cNvPr id="66" name="Google Shape;66;p13"/>
            <p:cNvSpPr txBox="1"/>
            <p:nvPr/>
          </p:nvSpPr>
          <p:spPr>
            <a:xfrm>
              <a:off x="788865" y="1515488"/>
              <a:ext cx="31977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700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Lecture 21</a:t>
              </a:r>
              <a:r>
                <a:rPr lang="en" sz="2700">
                  <a:solidFill>
                    <a:schemeClr val="lt1"/>
                  </a:solidFill>
                </a:rPr>
                <a:t>:</a:t>
              </a:r>
              <a:endParaRPr sz="22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67" name="Google Shape;67;p13"/>
            <p:cNvSpPr txBox="1"/>
            <p:nvPr/>
          </p:nvSpPr>
          <p:spPr>
            <a:xfrm>
              <a:off x="788875" y="3475300"/>
              <a:ext cx="6990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-By</a:t>
              </a:r>
              <a:endPara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8" name="Google Shape;68;p13"/>
            <p:cNvSpPr txBox="1"/>
            <p:nvPr/>
          </p:nvSpPr>
          <p:spPr>
            <a:xfrm>
              <a:off x="790272" y="2145213"/>
              <a:ext cx="45930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4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Vite Setup</a:t>
              </a:r>
              <a:endPara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9" name="Google Shape;69;p13"/>
            <p:cNvSpPr txBox="1"/>
            <p:nvPr/>
          </p:nvSpPr>
          <p:spPr>
            <a:xfrm>
              <a:off x="1330896" y="3491750"/>
              <a:ext cx="33132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Instructor Name</a:t>
              </a:r>
              <a:endPara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70" name="Google Shape;70;p13" title="png-transparent-js-react-js-logo-react-react-native-logos-icon-removebg-preview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33272" y="3666744"/>
            <a:ext cx="521207" cy="521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Table of Contents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" name="Google Shape;76;p14"/>
          <p:cNvSpPr txBox="1"/>
          <p:nvPr>
            <p:ph idx="1" type="body"/>
          </p:nvPr>
        </p:nvSpPr>
        <p:spPr>
          <a:xfrm>
            <a:off x="311700" y="1234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to Vite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Project Creation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Folder Structure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References.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The End.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7" name="Google Shape;77;p1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What is Vite?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4" name="Google Shape;84;p1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5"/>
          <p:cNvSpPr txBox="1"/>
          <p:nvPr/>
        </p:nvSpPr>
        <p:spPr>
          <a:xfrm>
            <a:off x="310900" y="1108900"/>
            <a:ext cx="8073000" cy="3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Vite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(pronounced "veet", French for </a:t>
            </a:r>
            <a:r>
              <a:rPr i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fast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) is a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modern build tool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for front-end development that helps you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start and run web projects faster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than older tools like Webpack.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It was created by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Evan You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(the creator of Vue.js) and is now widely used in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React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Vue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Svelte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and more.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Think of Vite like a modern microwave: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Older tools (like Webpack) are like an oven — slow to start and takes time to heat up.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Vite is instant, fast, and knows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exactly what to heat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saving time during development.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Why use Vite?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2" name="Google Shape;92;p1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94" name="Google Shape;94;p16"/>
          <p:cNvGraphicFramePr/>
          <p:nvPr/>
        </p:nvGraphicFramePr>
        <p:xfrm>
          <a:off x="310900" y="1233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{0807037B-607D-455A-B027-5969591DDFA7}</a:tableStyleId>
              </a:tblPr>
              <a:tblGrid>
                <a:gridCol w="3626025"/>
                <a:gridCol w="4832175"/>
              </a:tblGrid>
              <a:tr h="566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Feature</a:t>
                      </a:r>
                      <a:endParaRPr b="1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What It Means</a:t>
                      </a:r>
                      <a:endParaRPr b="1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  <a:tr h="537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Blazing Fast Startup</a:t>
                      </a:r>
                      <a:endParaRPr b="1" sz="11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Uses </a:t>
                      </a:r>
                      <a:r>
                        <a:rPr b="1"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native ES Modules</a:t>
                      </a:r>
                      <a:r>
                        <a:rPr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and skips bundling on dev start</a:t>
                      </a:r>
                      <a:endParaRPr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8FDFE"/>
                    </a:solidFill>
                  </a:tcPr>
                </a:tc>
              </a:tr>
              <a:tr h="595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Hot Module Replacement (HMR)</a:t>
                      </a:r>
                      <a:endParaRPr b="1" sz="11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Instantly updates only the changed parts of your app</a:t>
                      </a:r>
                      <a:endParaRPr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8FDFE"/>
                    </a:solidFill>
                  </a:tcPr>
                </a:tc>
              </a:tr>
              <a:tr h="595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Zero Config</a:t>
                      </a:r>
                      <a:endParaRPr b="1" sz="11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Works out-of-the-box — minimal setup needed</a:t>
                      </a:r>
                      <a:endParaRPr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8FDFE"/>
                    </a:solidFill>
                  </a:tcPr>
                </a:tc>
              </a:tr>
              <a:tr h="537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Optimized Build</a:t>
                      </a:r>
                      <a:endParaRPr b="1" sz="11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Uses </a:t>
                      </a:r>
                      <a:r>
                        <a:rPr b="1"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Rollup</a:t>
                      </a:r>
                      <a:r>
                        <a:rPr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under the hood for fast production builds</a:t>
                      </a:r>
                      <a:endParaRPr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8FDFE"/>
                    </a:solidFill>
                  </a:tcPr>
                </a:tc>
              </a:tr>
              <a:tr h="595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Framework Agnostic</a:t>
                      </a:r>
                      <a:endParaRPr b="1" sz="11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Works with React, Vue, Svelte, Lit, etc.</a:t>
                      </a:r>
                      <a:endParaRPr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8FD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Creating First React App with Vite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0" name="Google Shape;100;p1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" name="Google Shape;102;p17"/>
          <p:cNvSpPr txBox="1"/>
          <p:nvPr/>
        </p:nvSpPr>
        <p:spPr>
          <a:xfrm>
            <a:off x="310900" y="1234750"/>
            <a:ext cx="333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Step 1: Install Node.js</a:t>
            </a:r>
            <a:endParaRPr sz="21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292900" y="1926650"/>
            <a:ext cx="75066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Make sure Node.js is installed (v14+ recommended).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Check with: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4" name="Google Shape;104;p17" title="carbon - 2025-07-26T170452.35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900" y="2941650"/>
            <a:ext cx="4832600" cy="159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Creating First React App with Vite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0" name="Google Shape;110;p1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18"/>
          <p:cNvSpPr txBox="1"/>
          <p:nvPr/>
        </p:nvSpPr>
        <p:spPr>
          <a:xfrm>
            <a:off x="310900" y="1234750"/>
            <a:ext cx="468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Step 2: Create a New Vite + React Project</a:t>
            </a:r>
            <a:endParaRPr sz="24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292900" y="1714300"/>
            <a:ext cx="750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In your terminal, run: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4" name="Google Shape;114;p18" title="carbon - 2025-07-26T171324.31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900" y="2241425"/>
            <a:ext cx="7042574" cy="125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 txBox="1"/>
          <p:nvPr/>
        </p:nvSpPr>
        <p:spPr>
          <a:xfrm>
            <a:off x="310900" y="3743600"/>
            <a:ext cx="5469600" cy="10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Then follow the prompts:</a:t>
            </a:r>
            <a:endParaRPr sz="11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100"/>
              <a:buChar char="●"/>
            </a:pPr>
            <a:r>
              <a:rPr b="1" lang="en" sz="11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Project name:</a:t>
            </a:r>
            <a:r>
              <a:rPr lang="en" sz="11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my-react-app (or your project’s custom name)</a:t>
            </a:r>
            <a:endParaRPr sz="11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100"/>
              <a:buChar char="●"/>
            </a:pPr>
            <a:r>
              <a:rPr b="1" lang="en" sz="11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Select framework:</a:t>
            </a:r>
            <a:r>
              <a:rPr lang="en" sz="11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React</a:t>
            </a:r>
            <a:endParaRPr sz="11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100"/>
              <a:buChar char="●"/>
            </a:pPr>
            <a:r>
              <a:rPr b="1" lang="en" sz="11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Select variant:</a:t>
            </a:r>
            <a:r>
              <a:rPr lang="en" sz="11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JavaScript or TypeScript</a:t>
            </a:r>
            <a:endParaRPr sz="18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Creating First React App with Vite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1" name="Google Shape;121;p1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19"/>
          <p:cNvSpPr txBox="1"/>
          <p:nvPr/>
        </p:nvSpPr>
        <p:spPr>
          <a:xfrm>
            <a:off x="310900" y="1234750"/>
            <a:ext cx="468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Step 3: Navigate into the Project Folder</a:t>
            </a:r>
            <a:endParaRPr sz="2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4" name="Google Shape;124;p19" title="carbon - 2025-07-26T172445.53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82088" y="1826650"/>
            <a:ext cx="4179826" cy="1146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9"/>
          <p:cNvSpPr txBox="1"/>
          <p:nvPr/>
        </p:nvSpPr>
        <p:spPr>
          <a:xfrm>
            <a:off x="310900" y="3164525"/>
            <a:ext cx="468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Step 4: Install Dependencies</a:t>
            </a:r>
            <a:endParaRPr sz="30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6" name="Google Shape;126;p19" title="carbon - 2025-07-26T172609.46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82100" y="3617750"/>
            <a:ext cx="4179826" cy="1123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Creating First React App with Vite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2" name="Google Shape;132;p2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4" name="Google Shape;134;p20"/>
          <p:cNvSpPr txBox="1"/>
          <p:nvPr/>
        </p:nvSpPr>
        <p:spPr>
          <a:xfrm>
            <a:off x="310900" y="1234750"/>
            <a:ext cx="468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Step 5: Start the Development Server</a:t>
            </a:r>
            <a:endParaRPr sz="30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5" name="Google Shape;135;p20" title="carbon - 2025-07-26T173220.36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61250" y="1713600"/>
            <a:ext cx="4621475" cy="1416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0"/>
          <p:cNvSpPr txBox="1"/>
          <p:nvPr/>
        </p:nvSpPr>
        <p:spPr>
          <a:xfrm>
            <a:off x="2261250" y="3373950"/>
            <a:ext cx="45300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Your app will be available at: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  <a:latin typeface="Poppins"/>
                <a:ea typeface="Poppins"/>
                <a:cs typeface="Poppins"/>
                <a:sym typeface="Poppins"/>
              </a:rPr>
              <a:t>http://localhost:5173</a:t>
            </a:r>
            <a:endParaRPr sz="2100">
              <a:solidFill>
                <a:srgbClr val="0B539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Folder Structure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2" name="Google Shape;142;p2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4" name="Google Shape;144;p21" title="carbon - 2025-07-26T174426.82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74000" y="883075"/>
            <a:ext cx="3997876" cy="4068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Folder Structure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0" name="Google Shape;150;p2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2" name="Google Shape;152;p22"/>
          <p:cNvSpPr txBox="1"/>
          <p:nvPr/>
        </p:nvSpPr>
        <p:spPr>
          <a:xfrm>
            <a:off x="310900" y="1282375"/>
            <a:ext cx="8285100" cy="3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📂 1. node_modules/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Automatically created when you run npm install.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Contains all the dependencies (packages/libraries) used in your app.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📂 2. public/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Contains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static assets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like images, icons, or fonts that won’t change during build.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vite.svg → Example SVG logo used in the starter project.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Files here are served directly — e.g., /vite.svg becomes accessible from the root URL.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Folder Structure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8" name="Google Shape;158;p2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0" name="Google Shape;160;p23"/>
          <p:cNvSpPr txBox="1"/>
          <p:nvPr/>
        </p:nvSpPr>
        <p:spPr>
          <a:xfrm>
            <a:off x="310900" y="1014975"/>
            <a:ext cx="8161500" cy="39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📂 3. src/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This is where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all your React code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lives. You’ll spend most of your time here.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App.jsx</a:t>
            </a:r>
            <a:b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Main React component — your app’s UI starts from here.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App.css</a:t>
            </a:r>
            <a:b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Styles specific to the App component.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main.jsx</a:t>
            </a:r>
            <a:b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entry point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of the app. It renders &lt;App /&gt; into the HTML page using ReactDOM.createRoot.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index.css</a:t>
            </a:r>
            <a:b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Global styles that apply to the whole app.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Folder Structure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6" name="Google Shape;166;p2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8" name="Google Shape;168;p24"/>
          <p:cNvSpPr txBox="1"/>
          <p:nvPr/>
        </p:nvSpPr>
        <p:spPr>
          <a:xfrm>
            <a:off x="310900" y="912350"/>
            <a:ext cx="75438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📄 4. index.html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This is the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single HTML page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where your React app is mounted.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Look for this line: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    That’s where React injects your entire UI.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9" name="Google Shape;169;p24" title="carbon - 2025-07-26T175414.56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7075" y="2225700"/>
            <a:ext cx="4364201" cy="126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Folder Structure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5" name="Google Shape;175;p2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7" name="Google Shape;177;p25"/>
          <p:cNvSpPr txBox="1"/>
          <p:nvPr/>
        </p:nvSpPr>
        <p:spPr>
          <a:xfrm>
            <a:off x="310900" y="912350"/>
            <a:ext cx="7543800" cy="18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📄 5. package.json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Contains: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Project metadata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Installed dependencies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Scripts like: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8" name="Google Shape;178;p25" title="carbon - 2025-07-26T175824.52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3700" y="2765450"/>
            <a:ext cx="4929250" cy="215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6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Folder Structure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4" name="Google Shape;184;p2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Google Shape;186;p26"/>
          <p:cNvSpPr txBox="1"/>
          <p:nvPr/>
        </p:nvSpPr>
        <p:spPr>
          <a:xfrm>
            <a:off x="310900" y="976300"/>
            <a:ext cx="7577400" cy="40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📄 6. vite.config.js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Configuration file for Vite.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You can customize build behavior, define aliases, use plugins, etc.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📄 7. .gitignore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Specifies files/folders to ignore in version control (like node_modules, .env, etc.).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📄 8. README.md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Introductory notes for your project. You can use it to document features, setup instructions, etc.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 txBox="1"/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2" name="Google Shape;192;p2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7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1100">
                <a:solidFill>
                  <a:schemeClr val="dk1"/>
                </a:solidFill>
              </a:rPr>
              <a:t> 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What is the main role of a tool like Vite in a React project?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4" name="Google Shape;194;p27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a) To write the React code for you.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b) To provide a fast development server and an optimized build process for your application.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c) To host the final website online.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d) To check your code for spelling errors.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5" name="Google Shape;195;p27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7" name="Google Shape;197;p27"/>
          <p:cNvSpPr txBox="1"/>
          <p:nvPr/>
        </p:nvSpPr>
        <p:spPr>
          <a:xfrm>
            <a:off x="310950" y="3313725"/>
            <a:ext cx="62604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d) 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 provide a fast development server and an optimized build process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 for your application.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98" name="Google Shape;198;p27"/>
          <p:cNvGrpSpPr/>
          <p:nvPr/>
        </p:nvGrpSpPr>
        <p:grpSpPr>
          <a:xfrm>
            <a:off x="310900" y="3959263"/>
            <a:ext cx="6005825" cy="938113"/>
            <a:chOff x="310900" y="3959263"/>
            <a:chExt cx="6005825" cy="938113"/>
          </a:xfrm>
        </p:grpSpPr>
        <p:sp>
          <p:nvSpPr>
            <p:cNvPr id="199" name="Google Shape;199;p27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200" name="Google Shape;200;p27"/>
            <p:cNvSpPr txBox="1"/>
            <p:nvPr/>
          </p:nvSpPr>
          <p:spPr>
            <a:xfrm>
              <a:off x="1607925" y="3959275"/>
              <a:ext cx="4708800" cy="93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Vite provides a modern development environment with features like a super-fast dev server with Hot Module Replacement (HMR) and a pre-configured build setup to bundle your code for production.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 txBox="1"/>
          <p:nvPr>
            <p:ph type="title"/>
          </p:nvPr>
        </p:nvSpPr>
        <p:spPr>
          <a:xfrm>
            <a:off x="310896" y="21031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6" name="Google Shape;206;p2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8"/>
          <p:cNvSpPr txBox="1"/>
          <p:nvPr/>
        </p:nvSpPr>
        <p:spPr>
          <a:xfrm>
            <a:off x="358850" y="1181200"/>
            <a:ext cx="8520600" cy="3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MDN Web Docs</a:t>
            </a:r>
            <a:r>
              <a:rPr b="1" lang="en" sz="1100">
                <a:solidFill>
                  <a:schemeClr val="dk1"/>
                </a:solidFill>
              </a:rPr>
              <a:t> :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Comprehensive and official documentation for JS.</a:t>
            </a:r>
            <a:br>
              <a:rPr i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https://developer.mozilla.org/en-US/docs/Web/JavaScript</a:t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W3Schools – JS Tutorial :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Beginner-friendly JS tutorials with examples and interactive editors.</a:t>
            </a:r>
            <a:b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5"/>
              </a:rPr>
              <a:t> https://www.w3schools.com/js/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react.dev -</a:t>
            </a:r>
            <a:r>
              <a:rPr b="1"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comprehensive, tutorial-style website that deeply explores core React concepts, including components, state, effects, and hooks, through interactive examples and in-depth explanations.</a:t>
            </a:r>
            <a:endParaRPr i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🔗</a:t>
            </a:r>
            <a:r>
              <a:rPr lang="en" sz="1100" u="sng">
                <a:solidFill>
                  <a:schemeClr val="hlink"/>
                </a:solidFill>
                <a:hlinkClick r:id="rId6"/>
              </a:rPr>
              <a:t>https://react.dev/</a:t>
            </a:r>
            <a:endParaRPr i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8" name="Google Shape;208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9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214" name="Google Shape;214;p29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9"/>
          <p:cNvSpPr txBox="1"/>
          <p:nvPr/>
        </p:nvSpPr>
        <p:spPr>
          <a:xfrm>
            <a:off x="4407400" y="2020825"/>
            <a:ext cx="46362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216" name="Google Shape;216;p29"/>
          <p:cNvGrpSpPr/>
          <p:nvPr/>
        </p:nvGrpSpPr>
        <p:grpSpPr>
          <a:xfrm>
            <a:off x="4572000" y="4881413"/>
            <a:ext cx="1607600" cy="292500"/>
            <a:chOff x="5060775" y="4881413"/>
            <a:chExt cx="1607600" cy="292500"/>
          </a:xfrm>
        </p:grpSpPr>
        <p:sp>
          <p:nvSpPr>
            <p:cNvPr id="217" name="Google Shape;217;p29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218" name="Google Shape;218;p29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9" name="Google Shape;219;p29"/>
          <p:cNvSpPr txBox="1"/>
          <p:nvPr/>
        </p:nvSpPr>
        <p:spPr>
          <a:xfrm>
            <a:off x="7326500" y="4881425"/>
            <a:ext cx="234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accent2"/>
                </a:solidFill>
              </a:rPr>
              <a:t>Sohna Road,Gurugram,Haryana 122103</a:t>
            </a:r>
            <a:endParaRPr sz="700">
              <a:solidFill>
                <a:schemeClr val="accent2"/>
              </a:solidFill>
            </a:endParaRPr>
          </a:p>
        </p:txBody>
      </p:sp>
      <p:pic>
        <p:nvPicPr>
          <p:cNvPr id="220" name="Google Shape;220;p29" title="loca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29300" y="4959088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9"/>
          <p:cNvSpPr txBox="1"/>
          <p:nvPr>
            <p:ph idx="12" type="sldNum"/>
          </p:nvPr>
        </p:nvSpPr>
        <p:spPr>
          <a:xfrm>
            <a:off x="8494883" y="464826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2" name="Google Shape;222;p29"/>
          <p:cNvSpPr txBox="1"/>
          <p:nvPr/>
        </p:nvSpPr>
        <p:spPr>
          <a:xfrm>
            <a:off x="1033275" y="1691650"/>
            <a:ext cx="2313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Thanks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Watching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3" name="Google Shape;223;p29" title="Untitled (2)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38344" y="2660904"/>
            <a:ext cx="3309826" cy="2000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