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Roboto Slab"/>
      <p:regular r:id="rId46"/>
      <p:bold r:id="rId47"/>
    </p:embeddedFont>
    <p:embeddedFont>
      <p:font typeface="Poppi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obotoSlab-regular.fntdata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-regular.fntdata"/><Relationship Id="rId47" Type="http://schemas.openxmlformats.org/officeDocument/2006/relationships/font" Target="fonts/RobotoSlab-bold.fntdata"/><Relationship Id="rId49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oppins-boldItalic.fntdata"/><Relationship Id="rId50" Type="http://schemas.openxmlformats.org/officeDocument/2006/relationships/font" Target="fonts/Poppi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a1a91e95c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a1a91e95c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1a91e95c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a1a91e95c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a1a91e95c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a1a91e95c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a1a91e95c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a1a91e95c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a1a91e95c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a1a91e95c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a1a91e95c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a1a91e95c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a1a91e95c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a1a91e95c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a1a91e95c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a1a91e95c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a1a91e95c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a1a91e95c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a1a91e95c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a1a91e95c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a1a91e95c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a1a91e95c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a1a91e95c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a1a91e95c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a1a91e95c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a1a91e95c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a1a91e95c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a1a91e95c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a1a91e95c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a1a91e95c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a1a91e95c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a1a91e95c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a1a91e9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a1a91e9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a1a91e95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a1a91e95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a1a91e95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a1a91e95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a1a91e95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a1a91e95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a1a91e95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a1a91e95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a1a91e95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da1a91e95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a1a91e95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a1a91e95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a1a91e95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da1a91e95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a1a91e95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a1a91e95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a1a91e95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a1a91e95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a1a91e95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da1a91e95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a1a91e95c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da1a91e95c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a1a91e95c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da1a91e95c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a1a91e95c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da1a91e95c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a1a91e95c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da1a91e95c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a1a91e95c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a1a91e95c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a1a91e95c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da1a91e95c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a1a91e95c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da1a91e95c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a1a91e95c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da1a91e95c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da1a91e95c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da1a91e95c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da1a91e95c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da1a91e95c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da1a91e95c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da1a91e95c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a1a91e95c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da1a91e95c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da1a91e95c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da1a91e95c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34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hyperlink" Target="http://drive.google.com/file/d/1dNGl88tOXN3srag_TsAKKumEzGs78dYk/view" TargetMode="External"/><Relationship Id="rId5" Type="http://schemas.openxmlformats.org/officeDocument/2006/relationships/image" Target="../media/image1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Relationship Id="rId4" Type="http://schemas.openxmlformats.org/officeDocument/2006/relationships/hyperlink" Target="http://drive.google.com/file/d/1dNGl88tOXN3srag_TsAKKumEzGs78dYk/view" TargetMode="External"/><Relationship Id="rId5" Type="http://schemas.openxmlformats.org/officeDocument/2006/relationships/image" Target="../media/image15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react.dev/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23</a:t>
              </a:r>
              <a:r>
                <a:rPr lang="en" sz="2700">
                  <a:solidFill>
                    <a:schemeClr val="lt1"/>
                  </a:solidFill>
                </a:rPr>
                <a:t>:</a:t>
              </a:r>
              <a:endParaRPr sz="2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States &amp; Props</a:t>
              </a:r>
              <a:endPara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666744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States in Class Components.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useState Basics.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Props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State in Class Component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310900" y="1124650"/>
            <a:ext cx="7543800" cy="27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React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class components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i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an object used to store dynamic data that can change over time and affect what gets rendered.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 Points: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State is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managed inside the component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state changes, the component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re-renders automatically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is declared using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this.state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State in Class Component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2" name="Google Shape;92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" name="Google Shape;94;p16" title="carbon (5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0375" y="974400"/>
            <a:ext cx="5412600" cy="3801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State in Class Component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0" name="Google Shape;100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276250" y="1212725"/>
            <a:ext cx="6227700" cy="17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Important: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</a:t>
            </a:r>
            <a:r>
              <a:rPr b="1"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this.setState()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update state (not direct assignment)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State updates are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asynchronous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can store multiple values in state: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8" name="Google Shape;108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 have a lunchbox that can be empty, half-full, or full. How would you keep track of its current state throughout the day?</a:t>
            </a:r>
            <a:endParaRPr b="1" sz="30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8" title="Thinking face-rafiki (3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172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" name="Google Shape;117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9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 have a lunchbox that can be empty, half-full, or full. How would you keep track of its current state throughout the day?</a:t>
            </a:r>
            <a:endParaRPr b="1" sz="30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311700" y="1368425"/>
            <a:ext cx="7545600" cy="15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keep track of your lunchbox's state throughout the day, you start by setting an initial state (e.g., empty), update it whenever the lunchbox changes (half-full, full), and use that state to show the current status.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this is like using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state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remember and update dynamic data inside a component.</a:t>
            </a:r>
            <a:endParaRPr sz="20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19" title="generated-im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5675" y="2721175"/>
            <a:ext cx="3933251" cy="228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Introduction to React State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7" name="Google Shape;127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0"/>
          <p:cNvSpPr txBox="1"/>
          <p:nvPr/>
        </p:nvSpPr>
        <p:spPr>
          <a:xfrm>
            <a:off x="310900" y="1116775"/>
            <a:ext cx="75438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State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built-in feature in React that allows components to store and manage dynamic data. It represents values that can change over time due to user interaction, system events, or internal logic.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state changes, React automatically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re-renders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 component to reflect the new data in the UI.</a:t>
            </a:r>
            <a:endParaRPr sz="1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0" title="20250806_1617_React State Animation_simple_compose_01k1zfp849e7gvvx7429yrrv4d.png"/>
          <p:cNvPicPr preferRelativeResize="0"/>
          <p:nvPr/>
        </p:nvPicPr>
        <p:blipFill rotWithShape="1">
          <a:blip r:embed="rId4">
            <a:alphaModFix/>
          </a:blip>
          <a:srcRect b="0" l="0" r="0" t="55658"/>
          <a:stretch/>
        </p:blipFill>
        <p:spPr>
          <a:xfrm>
            <a:off x="2368300" y="2571750"/>
            <a:ext cx="3429000" cy="2280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/>
        </p:nvSpPr>
        <p:spPr>
          <a:xfrm>
            <a:off x="2595350" y="2571750"/>
            <a:ext cx="448200" cy="314700"/>
          </a:xfrm>
          <a:prstGeom prst="rect">
            <a:avLst/>
          </a:prstGeom>
          <a:solidFill>
            <a:srgbClr val="FDF9F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Introduction to React State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7" name="Google Shape;137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310900" y="1116775"/>
            <a:ext cx="7543800" cy="21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Key Points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Each React component can have its own state.</a:t>
            </a:r>
            <a:endParaRPr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the state changes, React re-renders the component updating the UI.</a:t>
            </a:r>
            <a:endParaRPr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State can only be updated using special functions (not directly).</a:t>
            </a:r>
            <a:endParaRPr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273239"/>
              </a:buClr>
              <a:buSzPts val="1500"/>
              <a:buFont typeface="Poppins"/>
              <a:buChar char="●"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manage state using the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useState()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hook in functional components.</a:t>
            </a:r>
            <a:endParaRPr sz="1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do we need React State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5" name="Google Shape;145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2"/>
          <p:cNvSpPr txBox="1"/>
          <p:nvPr/>
        </p:nvSpPr>
        <p:spPr>
          <a:xfrm>
            <a:off x="310900" y="1355975"/>
            <a:ext cx="7543800" cy="1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store changing data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 a component.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respond to user actions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clicks or typing).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update the UI automatically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when data changes.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Makes the app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dynamic and interactive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3" name="Google Shape;153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 have a light switch in your room that you can flip on or off. How do you keep track of whether the light is currently on or off?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6" name="Google Shape;156;p23" title="Questions-bro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720" y="1261800"/>
            <a:ext cx="4489705" cy="361188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2" name="Google Shape;162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 have a light switch in your room that you can flip on or off. How do you keep track of whether the light is currently on or off?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311700" y="1612250"/>
            <a:ext cx="4548600" cy="23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keep track of whether a light switch is on or off, you store its current status as a true (on) or false (off) value.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React, the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useState()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hook does the same by initializing a state variable (like isOn), updating it when toggled, and re-rendering the UI to show the current light status.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6" name="Google Shape;166;p24" title="20250806_1656_React useState Light Switch_simple_compose_01k1zj2br4f3kts7ncymx9zjy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2188" y="1011575"/>
            <a:ext cx="3568374" cy="389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useState()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2" name="Google Shape;172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5"/>
          <p:cNvSpPr txBox="1"/>
          <p:nvPr/>
        </p:nvSpPr>
        <p:spPr>
          <a:xfrm>
            <a:off x="310900" y="1124650"/>
            <a:ext cx="75438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useState()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Hook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that lets you add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state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(a way to store changing data) to your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functional components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lets your component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remember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values — like a counter, a form input, or toggle state.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the state changes,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automatically re-renders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 component to reflect the new value in the UI.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310900" y="323240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6" name="Google Shape;176;p25" title="carbon - 2025-08-06T170844.3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9825" y="3349850"/>
            <a:ext cx="6213076" cy="131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useState()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2" name="Google Shape;182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6"/>
          <p:cNvSpPr txBox="1"/>
          <p:nvPr/>
        </p:nvSpPr>
        <p:spPr>
          <a:xfrm>
            <a:off x="310900" y="1124650"/>
            <a:ext cx="7543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310900" y="1147750"/>
            <a:ext cx="130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6" name="Google Shape;186;p26" title="carbon - 2025-08-06T171148.0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0525" y="1147750"/>
            <a:ext cx="6810876" cy="11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6"/>
          <p:cNvSpPr txBox="1"/>
          <p:nvPr/>
        </p:nvSpPr>
        <p:spPr>
          <a:xfrm>
            <a:off x="1360525" y="2438050"/>
            <a:ext cx="4530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count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the current state value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setCount()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function to update that value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the initial value of count</a:t>
            </a:r>
            <a:endParaRPr sz="19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416825" y="3232150"/>
            <a:ext cx="76995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Key Points: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comes from React: import { useState } from 'react'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can be used </a:t>
            </a:r>
            <a:r>
              <a:rPr b="1"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multiple times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track different values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must </a:t>
            </a:r>
            <a:r>
              <a:rPr b="1"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not update state directly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always use the updater function (setCount)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4" name="Google Shape;194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6" name="Google Shape;196;p27" title="carbon - 2025-08-06T154024.3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7625" y="770025"/>
            <a:ext cx="5288748" cy="428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2" name="Google Shape;202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4" name="Google Shape;204;p28" title="Screen Recording 2025-08-06 154153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250" y="1195350"/>
            <a:ext cx="6283876" cy="33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0" name="Google Shape;210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9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seen a family tree or worked on group projects where one person handles a big task and delegates smaller tasks to others?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3" name="Google Shape;213;p29" title="Questions-bro (2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1325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9" name="Google Shape;219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30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seen a family tree or worked on group projects where one person handles a big task and delegates smaller tasks to others?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311700" y="1462825"/>
            <a:ext cx="3911700" cy="3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Yes! In a family tree, there are parents and children — just like in React, where we have Parent and Child components."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group projects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there's usually: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One team leader (Parent)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who oversees everything and delegates tasks.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Team members (Children)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who each handle a specific part of the project.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3" name="Google Shape;223;p30" title="20250731_1013_React Analogy Illustration_simple_compose_01k1fcjm5bfwyvgxaqzxn9hbj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4150" y="1261800"/>
            <a:ext cx="3873349" cy="37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0"/>
          <p:cNvSpPr txBox="1"/>
          <p:nvPr/>
        </p:nvSpPr>
        <p:spPr>
          <a:xfrm>
            <a:off x="6504075" y="4201525"/>
            <a:ext cx="1714500" cy="461700"/>
          </a:xfrm>
          <a:prstGeom prst="rect">
            <a:avLst/>
          </a:prstGeom>
          <a:solidFill>
            <a:srgbClr val="FEFCF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5749075" y="4860375"/>
            <a:ext cx="1227000" cy="63000"/>
          </a:xfrm>
          <a:prstGeom prst="rect">
            <a:avLst/>
          </a:prstGeom>
          <a:solidFill>
            <a:srgbClr val="FEFB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1" name="Google Shape;231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1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if the Parent wants to give the Child some information — like a task description or a tool to use?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4" name="Google Shape;234;p31" title="Questions-rafiki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7154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0" name="Google Shape;240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32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if the Parent wants to give the Child some information — like a task description or a tool to use?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311700" y="1143000"/>
            <a:ext cx="84180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Then the Parent needs a way to pass that information down to the Child — and in React, we do that using props."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Just like in real life: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team leader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might hand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task sheet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toolkit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a team member.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React,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Parent Component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sends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data (called props)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Child Component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so it can do its specific job.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Think of it like this: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Task description = prop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Tool = prop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Child uses these props 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do its job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but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doesn’t change them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just like a team member follows instructions.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Props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9" name="Google Shape;249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33"/>
          <p:cNvSpPr txBox="1"/>
          <p:nvPr/>
        </p:nvSpPr>
        <p:spPr>
          <a:xfrm>
            <a:off x="310900" y="1328815"/>
            <a:ext cx="7543800" cy="22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Props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(short for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properties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) are a way 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pass data from a parent component to a child component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 React.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 Points: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Props are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read-only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— the child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cannot change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them.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They make components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reusable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by allowing you to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customize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them.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Passed like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attributes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HTML.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 Props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7" name="Google Shape;257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9" name="Google Shape;259;p34" title="carbon - 2025-07-31T103421.36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250" y="1063975"/>
            <a:ext cx="6692451" cy="365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Program Example : Props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5" name="Google Shape;265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7" name="Google Shape;267;p35" title="carbon - 2025-07-31T104103.48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9750" y="897000"/>
            <a:ext cx="3654950" cy="3902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5" title="carbon - 2025-07-31T104021.14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900" y="897000"/>
            <a:ext cx="3818051" cy="3902376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5"/>
          <p:cNvSpPr txBox="1"/>
          <p:nvPr/>
        </p:nvSpPr>
        <p:spPr>
          <a:xfrm>
            <a:off x="1675200" y="897000"/>
            <a:ext cx="548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Parent</a:t>
            </a:r>
            <a:endParaRPr sz="80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70" name="Google Shape;270;p35"/>
          <p:cNvCxnSpPr/>
          <p:nvPr/>
        </p:nvCxnSpPr>
        <p:spPr>
          <a:xfrm flipH="1">
            <a:off x="6393925" y="1840325"/>
            <a:ext cx="393300" cy="424800"/>
          </a:xfrm>
          <a:prstGeom prst="straightConnector1">
            <a:avLst/>
          </a:prstGeom>
          <a:noFill/>
          <a:ln cap="flat" cmpd="sng" w="9525">
            <a:solidFill>
              <a:srgbClr val="A61C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35"/>
          <p:cNvCxnSpPr/>
          <p:nvPr/>
        </p:nvCxnSpPr>
        <p:spPr>
          <a:xfrm flipH="1">
            <a:off x="5277200" y="1793150"/>
            <a:ext cx="2005500" cy="20211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ransition spd="med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Output : Props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7" name="Google Shape;277;p3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9" name="Google Shape;279;p36" title="Screenshot 2025-07-31 1047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1000" y="1667300"/>
            <a:ext cx="5670449" cy="216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5" name="Google Shape;285;p3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88" name="Google Shape;288;p37"/>
          <p:cNvGrpSpPr/>
          <p:nvPr/>
        </p:nvGrpSpPr>
        <p:grpSpPr>
          <a:xfrm>
            <a:off x="310894" y="1014975"/>
            <a:ext cx="6716433" cy="2967725"/>
            <a:chOff x="310900" y="1014975"/>
            <a:chExt cx="6327900" cy="2967725"/>
          </a:xfrm>
        </p:grpSpPr>
        <p:sp>
          <p:nvSpPr>
            <p:cNvPr id="289" name="Google Shape;289;p37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Passing a String Prop</a:t>
              </a:r>
              <a:endParaRPr b="1" sz="17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0" name="Google Shape;290;p37"/>
            <p:cNvSpPr txBox="1"/>
            <p:nvPr/>
          </p:nvSpPr>
          <p:spPr>
            <a:xfrm>
              <a:off x="310900" y="1725200"/>
              <a:ext cx="6327900" cy="22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914400" rtl="0" algn="l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Create a new component named </a:t>
              </a:r>
              <a:r>
                <a:rPr b="1" lang="en" sz="1100">
                  <a:solidFill>
                    <a:schemeClr val="dk1"/>
                  </a:solidFill>
                </a:rPr>
                <a:t>Greeting</a:t>
              </a:r>
              <a:r>
                <a:rPr lang="en" sz="1100">
                  <a:solidFill>
                    <a:schemeClr val="dk1"/>
                  </a:solidFill>
                </a:rPr>
                <a:t> in a file like </a:t>
              </a:r>
              <a:r>
                <a:rPr b="1" lang="en" sz="1100">
                  <a:solidFill>
                    <a:schemeClr val="dk1"/>
                  </a:solidFill>
                </a:rPr>
                <a:t>src/Greeting.jsx</a:t>
              </a:r>
              <a:r>
                <a:rPr lang="en" sz="1100">
                  <a:solidFill>
                    <a:schemeClr val="dk1"/>
                  </a:solidFill>
                </a:rPr>
                <a:t>.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914400" rtl="0" algn="l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This component should accept a </a:t>
              </a:r>
              <a:r>
                <a:rPr b="1" lang="en" sz="1100">
                  <a:solidFill>
                    <a:schemeClr val="dk1"/>
                  </a:solidFill>
                </a:rPr>
                <a:t>name</a:t>
              </a:r>
              <a:r>
                <a:rPr lang="en" sz="1100">
                  <a:solidFill>
                    <a:schemeClr val="dk1"/>
                  </a:solidFill>
                </a:rPr>
                <a:t> prop.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914400" rtl="0" algn="l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It should render an </a:t>
              </a:r>
              <a:r>
                <a:rPr b="1" lang="en" sz="1100">
                  <a:solidFill>
                    <a:schemeClr val="dk1"/>
                  </a:solidFill>
                </a:rPr>
                <a:t>&lt;h1&gt;</a:t>
              </a:r>
              <a:r>
                <a:rPr lang="en" sz="1100">
                  <a:solidFill>
                    <a:schemeClr val="dk1"/>
                  </a:solidFill>
                </a:rPr>
                <a:t> element that says "Hello, </a:t>
              </a:r>
              <a:r>
                <a:rPr b="1" lang="en" sz="1100">
                  <a:solidFill>
                    <a:schemeClr val="dk1"/>
                  </a:solidFill>
                </a:rPr>
                <a:t>[name]</a:t>
              </a:r>
              <a:r>
                <a:rPr lang="en" sz="1100">
                  <a:solidFill>
                    <a:schemeClr val="dk1"/>
                  </a:solidFill>
                </a:rPr>
                <a:t>!", using the prop.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914400" rtl="0" algn="l">
                <a:lnSpc>
                  <a:spcPct val="150000"/>
                </a:lnSpc>
                <a:spcBef>
                  <a:spcPts val="120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In </a:t>
              </a:r>
              <a:r>
                <a:rPr b="1" lang="en" sz="1100">
                  <a:solidFill>
                    <a:schemeClr val="dk1"/>
                  </a:solidFill>
                </a:rPr>
                <a:t>App.jsx</a:t>
              </a:r>
              <a:r>
                <a:rPr lang="en" sz="1100">
                  <a:solidFill>
                    <a:schemeClr val="dk1"/>
                  </a:solidFill>
                </a:rPr>
                <a:t>, import and use the </a:t>
              </a:r>
              <a:r>
                <a:rPr b="1" lang="en" sz="1100">
                  <a:solidFill>
                    <a:schemeClr val="dk1"/>
                  </a:solidFill>
                </a:rPr>
                <a:t>Greeting</a:t>
              </a:r>
              <a:r>
                <a:rPr lang="en" sz="1100">
                  <a:solidFill>
                    <a:schemeClr val="dk1"/>
                  </a:solidFill>
                </a:rPr>
                <a:t> component, passing your name as the </a:t>
              </a:r>
              <a:r>
                <a:rPr b="1" lang="en" sz="1100">
                  <a:solidFill>
                    <a:schemeClr val="dk1"/>
                  </a:solidFill>
                </a:rPr>
                <a:t>name</a:t>
              </a:r>
              <a:r>
                <a:rPr lang="en" sz="1100">
                  <a:solidFill>
                    <a:schemeClr val="dk1"/>
                  </a:solidFill>
                </a:rPr>
                <a:t> prop</a:t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6" name="Google Shape;296;p3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8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8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0" name="Google Shape;300;p38" title="carbon - 2025-07-30T174739.756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0600" y="888700"/>
            <a:ext cx="4915425" cy="408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6" name="Google Shape;306;p3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9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39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0" name="Google Shape;310;p39" title="Screenshot 2025-07-31 12065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2688" y="1596538"/>
            <a:ext cx="4007025" cy="195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6" name="Google Shape;316;p4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8" name="Google Shape;318;p40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 have a lunchbox that can be empty, half-full, or full. How would you keep track of its current state throughout the day?</a:t>
            </a:r>
            <a:endParaRPr b="1" sz="30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9" name="Google Shape;319;p40" title="Thinking face-rafiki (3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172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5" name="Google Shape;325;p4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41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 have a lunchbox that can be empty, half-full, or full. How would you keep track of its current state throughout the day?</a:t>
            </a:r>
            <a:endParaRPr b="1" sz="30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41"/>
          <p:cNvSpPr txBox="1"/>
          <p:nvPr/>
        </p:nvSpPr>
        <p:spPr>
          <a:xfrm>
            <a:off x="311700" y="1368425"/>
            <a:ext cx="7545600" cy="15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keep track of your lunchbox's state throughout the day, you start by setting an initial state (e.g., empty), update it whenever the lunchbox changes (half-full, full), and use that state to show the current status.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this is like using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state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remember and update dynamic data inside a component.</a:t>
            </a:r>
            <a:endParaRPr sz="20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41" title="generated-im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5675" y="2721175"/>
            <a:ext cx="3933251" cy="228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Introduction to React State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5" name="Google Shape;335;p4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42"/>
          <p:cNvSpPr txBox="1"/>
          <p:nvPr/>
        </p:nvSpPr>
        <p:spPr>
          <a:xfrm>
            <a:off x="310900" y="1116775"/>
            <a:ext cx="75438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State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built-in feature in React that allows components to store and manage dynamic data. It represents values that can change over time due to user interaction, system events, or internal logic.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state changes, React automatically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re-renders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 component to reflect the new data in the UI.</a:t>
            </a:r>
            <a:endParaRPr sz="1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8" name="Google Shape;338;p42" title="20250806_1617_React State Animation_simple_compose_01k1zfp849e7gvvx7429yrrv4d.png"/>
          <p:cNvPicPr preferRelativeResize="0"/>
          <p:nvPr/>
        </p:nvPicPr>
        <p:blipFill rotWithShape="1">
          <a:blip r:embed="rId4">
            <a:alphaModFix/>
          </a:blip>
          <a:srcRect b="0" l="0" r="0" t="55658"/>
          <a:stretch/>
        </p:blipFill>
        <p:spPr>
          <a:xfrm>
            <a:off x="2368300" y="2571750"/>
            <a:ext cx="3429000" cy="2280749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2"/>
          <p:cNvSpPr txBox="1"/>
          <p:nvPr/>
        </p:nvSpPr>
        <p:spPr>
          <a:xfrm>
            <a:off x="2595350" y="2571750"/>
            <a:ext cx="448200" cy="314700"/>
          </a:xfrm>
          <a:prstGeom prst="rect">
            <a:avLst/>
          </a:prstGeom>
          <a:solidFill>
            <a:srgbClr val="FDF9F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3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Introduction to React State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5" name="Google Shape;345;p4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7" name="Google Shape;347;p43"/>
          <p:cNvSpPr txBox="1"/>
          <p:nvPr/>
        </p:nvSpPr>
        <p:spPr>
          <a:xfrm>
            <a:off x="310900" y="1116775"/>
            <a:ext cx="7543800" cy="21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Key Points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Each React component can have its own state.</a:t>
            </a:r>
            <a:endParaRPr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the state changes, React re-renders the component updating the UI.</a:t>
            </a:r>
            <a:endParaRPr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State can only be updated using special functions (not directly).</a:t>
            </a:r>
            <a:endParaRPr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273239"/>
              </a:buClr>
              <a:buSzPts val="1500"/>
              <a:buFont typeface="Poppins"/>
              <a:buChar char="●"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manage state using the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useState()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hook in functional components.</a:t>
            </a:r>
            <a:endParaRPr sz="1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do we need React State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3" name="Google Shape;353;p4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5" name="Google Shape;355;p44"/>
          <p:cNvSpPr txBox="1"/>
          <p:nvPr/>
        </p:nvSpPr>
        <p:spPr>
          <a:xfrm>
            <a:off x="310900" y="1355975"/>
            <a:ext cx="7543800" cy="1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store changing data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 a component.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respond to user actions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clicks or typing).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update the UI automatically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when data changes.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Makes the app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dynamic and interactive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1" name="Google Shape;361;p4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3" name="Google Shape;363;p45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 have a light switch in your room that you can flip on or off. How do you keep track of whether the light is currently on or off?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4" name="Google Shape;364;p45" title="Questions-bro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720" y="1261800"/>
            <a:ext cx="4489705" cy="361188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0" name="Google Shape;370;p4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46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 have a light switch in your room that you can flip on or off. How do you keep track of whether the light is currently on or off?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3" name="Google Shape;373;p46"/>
          <p:cNvSpPr txBox="1"/>
          <p:nvPr/>
        </p:nvSpPr>
        <p:spPr>
          <a:xfrm>
            <a:off x="311700" y="1612250"/>
            <a:ext cx="4548600" cy="23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keep track of whether a light switch is on or off, you store its current status as a true (on) or false (off) value.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React, the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useState()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hook does the same by initializing a state variable (like isOn), updating it when toggled, and re-rendering the UI to show the current light status.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4" name="Google Shape;374;p46" title="20250806_1656_React useState Light Switch_simple_compose_01k1zj2br4f3kts7ncymx9zjy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2188" y="1011575"/>
            <a:ext cx="3568374" cy="389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useState()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0" name="Google Shape;380;p4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2" name="Google Shape;382;p47"/>
          <p:cNvSpPr txBox="1"/>
          <p:nvPr/>
        </p:nvSpPr>
        <p:spPr>
          <a:xfrm>
            <a:off x="310900" y="1124650"/>
            <a:ext cx="75438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useState()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Hook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that lets you add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state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(a way to store changing data) to your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functional components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lets your component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remember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values — like a counter, a form input, or toggle state.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the state changes,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automatically re-renders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 component to reflect the new value in the UI.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3" name="Google Shape;383;p47"/>
          <p:cNvSpPr txBox="1"/>
          <p:nvPr/>
        </p:nvSpPr>
        <p:spPr>
          <a:xfrm>
            <a:off x="310900" y="323240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4" name="Google Shape;384;p47" title="carbon - 2025-08-06T170844.3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9825" y="3349850"/>
            <a:ext cx="6213076" cy="131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8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useState()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0" name="Google Shape;390;p4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2" name="Google Shape;392;p48"/>
          <p:cNvSpPr txBox="1"/>
          <p:nvPr/>
        </p:nvSpPr>
        <p:spPr>
          <a:xfrm>
            <a:off x="310900" y="1124650"/>
            <a:ext cx="7543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3" name="Google Shape;393;p48"/>
          <p:cNvSpPr txBox="1"/>
          <p:nvPr/>
        </p:nvSpPr>
        <p:spPr>
          <a:xfrm>
            <a:off x="310900" y="1147750"/>
            <a:ext cx="130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4" name="Google Shape;394;p48" title="carbon - 2025-08-06T171148.0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0525" y="1147750"/>
            <a:ext cx="6810876" cy="11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8"/>
          <p:cNvSpPr txBox="1"/>
          <p:nvPr/>
        </p:nvSpPr>
        <p:spPr>
          <a:xfrm>
            <a:off x="1360525" y="2438050"/>
            <a:ext cx="4530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count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the current state value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setCount()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function to update that value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the initial value of count</a:t>
            </a:r>
            <a:endParaRPr sz="19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6" name="Google Shape;396;p48"/>
          <p:cNvSpPr txBox="1"/>
          <p:nvPr/>
        </p:nvSpPr>
        <p:spPr>
          <a:xfrm>
            <a:off x="416825" y="3232150"/>
            <a:ext cx="76995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Key Points: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comes from React: import { useState } from 'react'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can be used </a:t>
            </a:r>
            <a:r>
              <a:rPr b="1"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multiple times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track different values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must </a:t>
            </a:r>
            <a:r>
              <a:rPr b="1"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not update state directly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always use the updater function (setCount)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9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2" name="Google Shape;402;p4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4" name="Google Shape;404;p49" title="carbon - 2025-08-06T154024.3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7625" y="770025"/>
            <a:ext cx="5288748" cy="428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0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0" name="Google Shape;410;p5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2" name="Google Shape;412;p50" title="Screen Recording 2025-08-06 154153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250" y="1195350"/>
            <a:ext cx="6283876" cy="33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1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8" name="Google Shape;418;p5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51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https://react.dev/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0" name="Google Shape;420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52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426" name="Google Shape;426;p52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2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428" name="Google Shape;428;p52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429" name="Google Shape;429;p52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430" name="Google Shape;430;p52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1" name="Google Shape;431;p52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432" name="Google Shape;432;p52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2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4" name="Google Shape;434;p52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5" name="Google Shape;435;p52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