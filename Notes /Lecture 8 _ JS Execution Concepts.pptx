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Slab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2EA93B-F59A-45C0-8424-B4A638D50450}">
  <a:tblStyle styleId="{7E2EA93B-F59A-45C0-8424-B4A638D504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lab-bold.fntdata"/><Relationship Id="rId10" Type="http://schemas.openxmlformats.org/officeDocument/2006/relationships/slide" Target="slides/slide4.xml"/><Relationship Id="rId32" Type="http://schemas.openxmlformats.org/officeDocument/2006/relationships/font" Target="fonts/RobotoSlab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.fntdata"/><Relationship Id="rId16" Type="http://schemas.openxmlformats.org/officeDocument/2006/relationships/slide" Target="slides/slide10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b88ea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b88ea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b88eaf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b88eaf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d3b586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dd3b586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eca5ad1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8eca5ad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b88eaf92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eb88eaf92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dd3b5866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dd3b5866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dd3b5866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dd3b5866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dd3b5866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dd3b5866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205781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9205781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d3b5866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dd3b5866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dd3b5866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dd3b5866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dd3b5866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dd3b5866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d3b5866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dd3b5866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dd3b5866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dd3b5866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dd3b5866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dd3b5866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dd3b5866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dd3b5866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dd3b5866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dd3b5866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92057816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92057816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92057816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92057816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eb88eaf92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eb88eaf92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eb88eaf92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eb88eaf92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92057816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92057816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92057816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92057816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eb88eaf9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eb88eaf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eb88eaf9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eb88eaf9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1.jp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chemeClr val="lt1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8</a:t>
                </a:r>
                <a:r>
                  <a:rPr lang="en" sz="2700">
                    <a:solidFill>
                      <a:schemeClr val="lt1"/>
                    </a:solidFill>
                  </a:rPr>
                  <a:t>:</a:t>
                </a:r>
                <a:endParaRPr sz="22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JS Execution Concepts</a:t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Execution Context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Call Stack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Temporal Dead Zone (TDZ)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open a website and click a button, how does the browser remember which line of JavaScript code to execute next, and why does it sometimes throw an error even before running the full script?</a:t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Questions-br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 open a website and click a button, how does the browser remember which line of JavaScript code to execute next, and why does it sometimes throw an error even before running the full script?</a:t>
            </a:r>
            <a:endParaRPr b="1" sz="1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50425" y="1994050"/>
            <a:ext cx="79242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answer this, we need to understand: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Execution Context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where code runs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how code execution is managed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Temporal Dead Zone (TDZ)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why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let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const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behave strictly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Execution Context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1234440"/>
            <a:ext cx="75456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Execution Context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container or environment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created by the JavaScript engine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 JavaScript code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Every time JavaScript runs: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creates an execution context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Stores variables, functions, and scope information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Executes code line by line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cannot execute code without an execution context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Execution Context Is Important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1234440"/>
            <a:ext cx="75456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Execution context helps JavaScript: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Know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which variables belong where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Decide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scope access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Assign the value of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this</a:t>
            </a:r>
            <a:br>
              <a:rPr lang="en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18803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Execute code in the correct order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Types of Execution Context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" name="Google Shape;119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418500" y="1011575"/>
            <a:ext cx="7788000" cy="3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Global Execution Context (GEC)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Created when the page loads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one global context per page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browsers: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this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refers to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window object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Global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var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variables become part of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window</a:t>
            </a:r>
            <a:br>
              <a:rPr lang="en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18803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Function Execution Context (FEC)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Created when a function is called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function call creates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context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 its own local memory and scope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Destroyed after function execution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Execution Context Creation Phases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11700" y="1172550"/>
            <a:ext cx="68799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1: Memory Creation Phase (Hoisting)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During this phase: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Memory is allocated for variables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declarations are stored completely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var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 initialized as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undefined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let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const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→ hoisted but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initialized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code is executed in this phase.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Execution Context Creation Phases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311700" y="1172550"/>
            <a:ext cx="68799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Phase 2: Code Execution Phase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During this phase: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executes line by line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Values are assigned to variables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Functions are invoked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Execution Context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375" y="1123950"/>
            <a:ext cx="40317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474600" y="2740225"/>
            <a:ext cx="73080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undefined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part of global execution context and attached to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window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exists in script scope, not global object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Function Execution Context – Example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00" y="1011575"/>
            <a:ext cx="455295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477600" y="3269250"/>
            <a:ext cx="6376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message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exists only inside function execution context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 removes it after function execution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311700" y="1011575"/>
            <a:ext cx="82065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 Stack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stack-based data structure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used by the JavaScript engine to: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 function calls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Maintain execution order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Know where to return after execution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 uses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single call stack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meaning it can execute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one task at a time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Call Stack Works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Global execution context is pushed first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calls push new execution contexts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Completed functions are popped out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109250" y="301280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Global Context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→ first()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→ second()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→ third()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← third() ends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← second() ends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← first() ends</a:t>
            </a:r>
            <a:endParaRPr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 Trace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1575"/>
            <a:ext cx="398892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311700" y="4262000"/>
            <a:ext cx="37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 prints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actual call stack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 Execution Order Example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425" y="1080050"/>
            <a:ext cx="53721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453600" y="3838800"/>
            <a:ext cx="486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Main Start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Helper Running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Main End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Execution follows strict LIFO order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Call Stack Overflow (Important Concept)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450" y="1011575"/>
            <a:ext cx="403860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504925" y="2715025"/>
            <a:ext cx="6708900" cy="19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 Error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Uncaught RangeError: Maximum call stack size exceeded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 This Happens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 stack has limited memory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Infinite calls fill the stack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 stops execution to prevent crash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Temporal Dead Zone (TDZ)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311700" y="1011575"/>
            <a:ext cx="7667400" cy="3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Temporal Dead Zone (TDZ)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 period between variable hoisting and initialization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let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const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During TDZ: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 exists in memory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Accessing it causes 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ReferenceError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 of TDZ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Prevents bugs caused by accidental variable access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Forces developers to declare variables before use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Encourages predictable code behavior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TDZ vs var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7" name="Google Shape;207;p29"/>
          <p:cNvGraphicFramePr/>
          <p:nvPr/>
        </p:nvGraphicFramePr>
        <p:xfrm>
          <a:off x="650725" y="157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{7E2EA93B-F59A-45C0-8424-B4A638D50450}</a:tableStyleId>
              </a:tblPr>
              <a:tblGrid>
                <a:gridCol w="2620100"/>
                <a:gridCol w="2134900"/>
                <a:gridCol w="808675"/>
                <a:gridCol w="12291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Hoisted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Initialized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undefined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TDZ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Block scope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TDZ vs var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" name="Google Shape;213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5" name="Google Shape;215;p30"/>
          <p:cNvGraphicFramePr/>
          <p:nvPr/>
        </p:nvGraphicFramePr>
        <p:xfrm>
          <a:off x="650725" y="104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{7E2EA93B-F59A-45C0-8424-B4A638D50450}</a:tableStyleId>
              </a:tblPr>
              <a:tblGrid>
                <a:gridCol w="2620100"/>
                <a:gridCol w="2134900"/>
                <a:gridCol w="808675"/>
                <a:gridCol w="12291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Hoisted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Initialized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undefined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TDZ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Block scope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16" name="Google Shape;2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050" y="3578700"/>
            <a:ext cx="26193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3962475" y="3719550"/>
            <a:ext cx="361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Uncaught ReferenceError: Cannot access 'score' before initialization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Function-Level TDZ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013" y="915775"/>
            <a:ext cx="44862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701800" y="3277800"/>
            <a:ext cx="37134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total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shadows global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variable is in TDZ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 causes error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an Execution Context in JavaScript?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A file where JavaScript code is stored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An environment where JavaScript code is executed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A browser tab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A JavaScript library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An environment where JavaScript code is executed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8" name="Google Shape;238;p32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39" name="Google Shape;239;p3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40" name="Google Shape;240;p32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Execution context provides the environment needed to run JavaScript code.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a browser, what does </a:t>
            </a:r>
            <a:r>
              <a:rPr b="1" lang="en" sz="13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this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 to in the global execution context?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document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window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global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undefined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3"/>
          <p:cNvSpPr txBox="1"/>
          <p:nvPr/>
        </p:nvSpPr>
        <p:spPr>
          <a:xfrm>
            <a:off x="310950" y="3313725"/>
            <a:ext cx="63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window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2" name="Google Shape;252;p33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53" name="Google Shape;253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33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In browsers, the global execution context binds </a:t>
              </a:r>
              <a:r>
                <a:rPr lang="en" sz="1100">
                  <a:solidFill>
                    <a:schemeClr val="accen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this</a:t>
              </a:r>
              <a:r>
                <a:rPr lang="en" sz="1100">
                  <a:solidFill>
                    <a:schemeClr val="accent1"/>
                  </a:solidFill>
                </a:rPr>
                <a:t> </a:t>
              </a:r>
              <a:r>
                <a:rPr lang="en" sz="1100">
                  <a:solidFill>
                    <a:schemeClr val="dk1"/>
                  </a:solidFill>
                </a:rPr>
                <a:t>to the </a:t>
              </a:r>
              <a:r>
                <a:rPr lang="en" sz="1100">
                  <a:solidFill>
                    <a:schemeClr val="accen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window</a:t>
              </a:r>
              <a:r>
                <a:rPr lang="en" sz="1100">
                  <a:solidFill>
                    <a:schemeClr val="accent1"/>
                  </a:solidFill>
                </a:rPr>
                <a:t> </a:t>
              </a:r>
              <a:r>
                <a:rPr lang="en" sz="1100">
                  <a:solidFill>
                    <a:schemeClr val="dk1"/>
                  </a:solidFill>
                </a:rPr>
                <a:t>object.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0" name="Google Shape;260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data structure does JavaScript use to manage execution contexts?</a:t>
            </a:r>
            <a:r>
              <a:rPr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Queue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Heap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Stack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3" name="Google Shape;263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4"/>
          <p:cNvSpPr txBox="1"/>
          <p:nvPr/>
        </p:nvSpPr>
        <p:spPr>
          <a:xfrm>
            <a:off x="310950" y="3313725"/>
            <a:ext cx="63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d) Stack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6" name="Google Shape;266;p34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67" name="Google Shape;267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68" name="Google Shape;268;p34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JavaScript uses a call stack to manage execution contexts.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Accessing a variable in TDZ results in: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undefined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null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SyntaxError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ReferenceError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5"/>
          <p:cNvSpPr txBox="1"/>
          <p:nvPr/>
        </p:nvSpPr>
        <p:spPr>
          <a:xfrm>
            <a:off x="310950" y="3313725"/>
            <a:ext cx="63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ReferenceError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0" name="Google Shape;280;p35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81" name="Google Shape;281;p3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82" name="Google Shape;282;p35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Accessing TDZ variables throws ReferenceError.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8" name="Google Shape;288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https://javascript.info/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7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96" name="Google Shape;296;p37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7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98" name="Google Shape;298;p37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99" name="Google Shape;299;p37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00" name="Google Shape;300;p37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" name="Google Shape;301;p37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02" name="Google Shape;302;p37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7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7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