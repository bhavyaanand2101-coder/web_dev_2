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iCYQa7+xONz+J7O6hPfwfWILMO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odesandbox.io/p/sandbox/student-activity-1-button-example-l5h4vq" TargetMode="External"/><Relationship Id="rId4" Type="http://schemas.openxmlformats.org/officeDocument/2006/relationships/hyperlink" Target="https://codepen.io/VGUFET0412/pen/jEORbaj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odesandbox.io/p/devbox/readable-code-forked-rtkxg5" TargetMode="External"/><Relationship Id="rId4" Type="http://schemas.openxmlformats.org/officeDocument/2006/relationships/hyperlink" Target="https://codepen.io/VGUFET0412/pen/YPzMyja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Relationship Id="rId4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51578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45720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Introduction to React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3224981" y="407987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457200" lvl="0" marL="4114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    By: Love Sir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8826" y="0"/>
            <a:ext cx="1226082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64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type="title"/>
          </p:nvPr>
        </p:nvSpPr>
        <p:spPr>
          <a:xfrm>
            <a:off x="471948" y="365125"/>
            <a:ext cx="1088185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Activity -1: Explore/Observe the code</a:t>
            </a:r>
            <a:endParaRPr/>
          </a:p>
        </p:txBody>
      </p:sp>
      <p:sp>
        <p:nvSpPr>
          <p:cNvPr id="141" name="Google Shape;141;p12"/>
          <p:cNvSpPr txBox="1"/>
          <p:nvPr>
            <p:ph idx="1" type="body"/>
          </p:nvPr>
        </p:nvSpPr>
        <p:spPr>
          <a:xfrm>
            <a:off x="471948" y="233690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code sandbox</a:t>
            </a:r>
            <a:r>
              <a:rPr lang="en-IN"/>
              <a:t> Link (ReactJS code)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u="sng">
                <a:solidFill>
                  <a:schemeClr val="hlink"/>
                </a:solidFill>
                <a:hlinkClick r:id="rId3"/>
              </a:rPr>
              <a:t>https://codesandbox.io/p/sandbox/student-activity-1-button-example-l5h4vq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codepen Link (Vanilla JS code)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u="sng">
                <a:solidFill>
                  <a:schemeClr val="hlink"/>
                </a:solidFill>
                <a:hlinkClick r:id="rId4"/>
              </a:rPr>
              <a:t>https://codepen.io/VGUFET0412/pen/jEORbaj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/>
          <p:nvPr>
            <p:ph type="title"/>
          </p:nvPr>
        </p:nvSpPr>
        <p:spPr>
          <a:xfrm>
            <a:off x="471948" y="365125"/>
            <a:ext cx="1088185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Activity -2: Explore/Observe the code</a:t>
            </a:r>
            <a:endParaRPr/>
          </a:p>
        </p:txBody>
      </p:sp>
      <p:sp>
        <p:nvSpPr>
          <p:cNvPr id="157" name="Google Shape;157;p15"/>
          <p:cNvSpPr txBox="1"/>
          <p:nvPr>
            <p:ph idx="1" type="body"/>
          </p:nvPr>
        </p:nvSpPr>
        <p:spPr>
          <a:xfrm>
            <a:off x="471948" y="233690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Code sandbox Link (ReactJS code)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u="sng">
                <a:solidFill>
                  <a:schemeClr val="hlink"/>
                </a:solidFill>
                <a:hlinkClick r:id="rId3"/>
              </a:rPr>
              <a:t>https://codesandbox.io/p/devbox/readable-code-forked-rtkxg5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codepen Link (Vanilla JS code)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u="sng">
                <a:solidFill>
                  <a:schemeClr val="hlink"/>
                </a:solidFill>
                <a:hlinkClick r:id="rId4"/>
              </a:rPr>
              <a:t>https://codepen.io/VGUFET0412/pen/YPzMyja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2025-04-06T09:15:24Z</dcterms:created>
  <dc:creator>Love Porwal</dc:creator>
</cp:coreProperties>
</file>