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03" r:id="rId14"/>
    <p:sldId id="304" r:id="rId15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Roboto Slab" pitchFamily="2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735959b93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735959b93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735959b93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735959b93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735959b93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735959b93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735959b93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735959b93_0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735959b93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735959b93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735959b93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735959b93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77d8457a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77d8457a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77d8457a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777d8457a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7f06d7b10_4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7f06d7b10_4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7f06d7b10_4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77f06d7b10_4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8e427aec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8e427aec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7735959b93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7735959b93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7735959b93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7735959b93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act.dev/" TargetMode="External"/><Relationship Id="rId5" Type="http://schemas.openxmlformats.org/officeDocument/2006/relationships/hyperlink" Target="https://www.w3schools.com/js/" TargetMode="External"/><Relationship Id="rId4" Type="http://schemas.openxmlformats.org/officeDocument/2006/relationships/hyperlink" Target="https://developer.mozilla.org/en-US/docs/Web/JavaScript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 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212121"/>
                  </a:solidFill>
                </a:rPr>
                <a:t>Sohna Road,Gurugram,Haryana 122103</a:t>
              </a:r>
              <a:endParaRPr sz="700">
                <a:solidFill>
                  <a:srgbClr val="212121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1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1576738"/>
            <a:chOff x="788865" y="1515488"/>
            <a:chExt cx="4594407" cy="2387862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b="1" dirty="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35</a:t>
              </a:r>
              <a:r>
                <a:rPr lang="en" sz="2700" dirty="0">
                  <a:solidFill>
                    <a:srgbClr val="FFFFFF"/>
                  </a:solidFill>
                </a:rPr>
                <a:t>:</a:t>
              </a:r>
              <a:endParaRPr sz="2200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55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>
                <a:buSzPts val="1100"/>
              </a:pPr>
              <a:r>
                <a:rPr lang="en-IN" sz="24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Prop Drilling</a:t>
              </a:r>
              <a:endParaRPr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376814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311700" y="1234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 dirty="0">
                <a:solidFill>
                  <a:srgbClr val="273239"/>
                </a:solidFill>
              </a:rPr>
              <a:t>Prop drilling</a:t>
            </a:r>
            <a:endParaRPr sz="1800"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 dirty="0">
                <a:solidFill>
                  <a:srgbClr val="273239"/>
                </a:solidFill>
              </a:rPr>
              <a:t>References.</a:t>
            </a:r>
            <a:endParaRPr sz="1800"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 dirty="0">
                <a:solidFill>
                  <a:srgbClr val="273239"/>
                </a:solidFill>
              </a:rPr>
              <a:t>The End.</a:t>
            </a:r>
            <a:endParaRPr sz="1800" dirty="0"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2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3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played the game of Telephone/Whisper? One person whispers a message to the next, and it keeps passing through everyone until it reaches the last person. Do you think this is the right way of communication. 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3800" y="1901450"/>
            <a:ext cx="5196400" cy="26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4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played the game of Telephone/Whisper? One person whispers a message to the next, and it keeps passing through everyone until it reaches the last person. Do you think this is the right way of communication. 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80100" y="2038225"/>
            <a:ext cx="72237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No, this is not the right way of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communication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 Because if some information is only meant for the 5th person, then passing it through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2nd, 3rd, and 4th is unnecessary.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They don’t need that data, yet they receive it. This can cause confusion, mistakes, or even loss of information along the way.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2" name="Google Shape;102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5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played the game of Telephone/Whisper? One person whispers a message to the next, and it keeps passing through everyone until it reaches the last person. Do you think this is the right way of communication. 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11700" y="1916625"/>
            <a:ext cx="48456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React, this same problem happens when a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piece of data (state/props)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from a top component needs to be used in a deeply nested child.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 deliver it, every intermediate component has to receive and pass it along as props — even if those middle components don’t actually need it.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unnecessary passing is called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 Drilling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0700" y="2010900"/>
            <a:ext cx="3329050" cy="2188725"/>
          </a:xfrm>
          <a:prstGeom prst="rect">
            <a:avLst/>
          </a:prstGeom>
          <a:noFill/>
          <a:ln>
            <a:noFill/>
          </a:ln>
          <a:effectLst>
            <a:outerShdw blurRad="128588" dist="76200" dir="834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27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Prop Drilling</a:t>
            </a:r>
            <a:r>
              <a:rPr lang="en" sz="27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41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2" name="Google Shape;112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6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00" y="1419650"/>
            <a:ext cx="3368399" cy="319793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4954800" y="4056050"/>
            <a:ext cx="3368400" cy="369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user data is required </a:t>
            </a:r>
            <a:r>
              <a:rPr lang="en" sz="12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only by GrandChild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</p:txBody>
      </p:sp>
      <p:cxnSp>
        <p:nvCxnSpPr>
          <p:cNvPr id="116" name="Google Shape;116;p18"/>
          <p:cNvCxnSpPr>
            <a:stCxn id="115" idx="1"/>
          </p:cNvCxnSpPr>
          <p:nvPr/>
        </p:nvCxnSpPr>
        <p:spPr>
          <a:xfrm rot="10800000">
            <a:off x="2910900" y="4235000"/>
            <a:ext cx="2043900" cy="5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7" name="Google Shape;117;p18"/>
          <p:cNvSpPr txBox="1"/>
          <p:nvPr/>
        </p:nvSpPr>
        <p:spPr>
          <a:xfrm>
            <a:off x="4954800" y="2754925"/>
            <a:ext cx="3517500" cy="7434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Parent and Child don’t even use </a:t>
            </a:r>
            <a:r>
              <a:rPr lang="en" sz="11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user</a:t>
            </a: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but still they have to receive and forward it.</a:t>
            </a:r>
            <a:b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This is </a:t>
            </a:r>
            <a:r>
              <a:rPr lang="en" sz="11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prop drilling</a:t>
            </a:r>
            <a:r>
              <a:rPr lang="en"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</p:txBody>
      </p:sp>
      <p:cxnSp>
        <p:nvCxnSpPr>
          <p:cNvPr id="118" name="Google Shape;118;p18"/>
          <p:cNvCxnSpPr>
            <a:stCxn id="117" idx="1"/>
          </p:cNvCxnSpPr>
          <p:nvPr/>
        </p:nvCxnSpPr>
        <p:spPr>
          <a:xfrm rot="10800000">
            <a:off x="2642400" y="2980825"/>
            <a:ext cx="2312400" cy="145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" name="Google Shape;119;p18"/>
          <p:cNvCxnSpPr>
            <a:stCxn id="117" idx="1"/>
          </p:cNvCxnSpPr>
          <p:nvPr/>
        </p:nvCxnSpPr>
        <p:spPr>
          <a:xfrm flipH="1">
            <a:off x="2937600" y="3126625"/>
            <a:ext cx="2017200" cy="473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" name="Google Shape;120;p18"/>
          <p:cNvSpPr txBox="1"/>
          <p:nvPr/>
        </p:nvSpPr>
        <p:spPr>
          <a:xfrm>
            <a:off x="4954800" y="1193250"/>
            <a:ext cx="2223600" cy="1046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App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└── Parent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└── Child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   └── GrandChild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27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Prop Drilling</a:t>
            </a:r>
            <a:r>
              <a:rPr lang="en" sz="27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41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6" name="Google Shape;126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7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216000" y="1011575"/>
            <a:ext cx="7566600" cy="38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Why it's a problem: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371600" lvl="2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 Clutter &amp; Verbosity: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Components get filled with props they don’t need, just forwarding them. Makes code harder to read.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Refactoring is Hard: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If you rename a prop or remove a middle component, you must update every layer.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Unnecessary Re-renders: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Middle components re-render when props change, even if they don’t use the data. This impacts performance.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It’s just like the Telephone Game — people in the middle don’t care about the message, yet they’re forced to handle it.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lang="en" sz="28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sz="28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4" name="Google Shape;134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8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37" name="Google Shape;137;p20"/>
          <p:cNvGrpSpPr/>
          <p:nvPr/>
        </p:nvGrpSpPr>
        <p:grpSpPr>
          <a:xfrm>
            <a:off x="310894" y="1014975"/>
            <a:ext cx="6716433" cy="2615825"/>
            <a:chOff x="310900" y="1014975"/>
            <a:chExt cx="6327900" cy="2615825"/>
          </a:xfrm>
        </p:grpSpPr>
        <p:sp>
          <p:nvSpPr>
            <p:cNvPr id="138" name="Google Shape;138;p20"/>
            <p:cNvSpPr txBox="1"/>
            <p:nvPr/>
          </p:nvSpPr>
          <p:spPr>
            <a:xfrm>
              <a:off x="310900" y="1014975"/>
              <a:ext cx="5139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</a:t>
              </a:r>
              <a:r>
                <a:rPr lang="en" sz="13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Prop Drilling Example</a:t>
              </a:r>
              <a:endParaRPr sz="1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" name="Google Shape;139;p20"/>
            <p:cNvSpPr txBox="1"/>
            <p:nvPr/>
          </p:nvSpPr>
          <p:spPr>
            <a:xfrm>
              <a:off x="310900" y="1725200"/>
              <a:ext cx="6327900" cy="190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rgbClr val="000000"/>
                </a:solidFill>
              </a:endParaRPr>
            </a:p>
            <a:p>
              <a:pPr marL="914400" lvl="0" indent="-3111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AutoNum type="arabicPeriod"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Create a three-level component tree </a:t>
              </a:r>
              <a:r>
                <a:rPr lang="en" sz="13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(App -&gt; UserDetails -&gt; UserGreeting)</a:t>
              </a: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. Pass a </a:t>
              </a:r>
              <a:r>
                <a:rPr lang="en" sz="13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user</a:t>
              </a: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object from </a:t>
              </a:r>
              <a:r>
                <a:rPr lang="en" sz="13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App</a:t>
              </a: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all the way down to </a:t>
              </a:r>
              <a:r>
                <a:rPr lang="en" sz="13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UserGreeting</a:t>
              </a: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to be displayed. This will demonstrate the problem of prop drilling.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5" name="Google Shape;145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48" name="Google Shape;148;p21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600" y="1014975"/>
            <a:ext cx="4616299" cy="301992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/>
        </p:nvSpPr>
        <p:spPr>
          <a:xfrm>
            <a:off x="1360600" y="4068325"/>
            <a:ext cx="10062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src/App.jsx:</a:t>
            </a:r>
            <a:br>
              <a:rPr lang="en" sz="1100" b="1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6" name="Google Shape;156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59" name="Google Shape;159;p22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1360600" y="4279850"/>
            <a:ext cx="18999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src/UserDetails.jsx:</a:t>
            </a:r>
            <a:br>
              <a:rPr lang="en" sz="1100" b="1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7850" y="969238"/>
            <a:ext cx="4122043" cy="32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70" name="Google Shape;170;p23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1360600" y="3797925"/>
            <a:ext cx="1899900" cy="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src/UserGreeting.jsx:</a:t>
            </a:r>
            <a:br>
              <a:rPr lang="en" sz="1100" b="1">
                <a:solidFill>
                  <a:schemeClr val="dk1"/>
                </a:solidFill>
              </a:rPr>
            </a:br>
            <a:br>
              <a:rPr lang="en" sz="1100" b="1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600" y="1166050"/>
            <a:ext cx="4750209" cy="253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8" name="Google Shape;178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81" name="Google Shape;181;p24"/>
          <p:cNvSpPr txBox="1"/>
          <p:nvPr/>
        </p:nvSpPr>
        <p:spPr>
          <a:xfrm>
            <a:off x="597600" y="1101600"/>
            <a:ext cx="979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273239"/>
                </a:solidFill>
              </a:rPr>
              <a:t>Output :</a:t>
            </a:r>
            <a:endParaRPr sz="1600" b="1">
              <a:solidFill>
                <a:srgbClr val="273239"/>
              </a:solidFill>
            </a:endParaRPr>
          </a:p>
        </p:txBody>
      </p:sp>
      <p:pic>
        <p:nvPicPr>
          <p:cNvPr id="182" name="Google Shape;18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2400" y="1179000"/>
            <a:ext cx="3219450" cy="2857500"/>
          </a:xfrm>
          <a:prstGeom prst="rect">
            <a:avLst/>
          </a:prstGeom>
          <a:noFill/>
          <a:ln>
            <a:noFill/>
          </a:ln>
          <a:effectLst>
            <a:outerShdw blurRad="214313" dist="76200" dir="762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0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6" name="Google Shape;576;p6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60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lang="en" sz="1100" b="1">
                <a:solidFill>
                  <a:schemeClr val="dk1"/>
                </a:solidFill>
              </a:rPr>
              <a:t>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lang="en" sz="1100" i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lang="en" sz="1100" b="1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https://react.dev/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8" name="Google Shape;578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61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84" name="Google Shape;584;p61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61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586" name="Google Shape;586;p61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587" name="Google Shape;587;p61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88" name="Google Shape;588;p61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9" name="Google Shape;589;p61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590" name="Google Shape;590;p61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61"/>
          <p:cNvSpPr txBox="1">
            <a:spLocks noGrp="1"/>
          </p:cNvSpPr>
          <p:nvPr>
            <p:ph type="sldNum" idx="12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592" name="Google Shape;592;p61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3" name="Google Shape;593;p61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Office PowerPoint</Application>
  <PresentationFormat>On-screen Show (16:9)</PresentationFormat>
  <Paragraphs>88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Roboto Slab</vt:lpstr>
      <vt:lpstr>Poppins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| Coding Questions</vt:lpstr>
      <vt:lpstr>| Coding Questions</vt:lpstr>
      <vt:lpstr>| Coding Questions</vt:lpstr>
      <vt:lpstr>| Coding Questions</vt:lpstr>
      <vt:lpstr>|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Love Porwal</cp:lastModifiedBy>
  <cp:revision>1</cp:revision>
  <dcterms:modified xsi:type="dcterms:W3CDTF">2026-03-17T14:56:57Z</dcterms:modified>
</cp:coreProperties>
</file>