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Slab"/>
      <p:regular r:id="rId19"/>
      <p:bold r:id="rId20"/>
    </p:embeddedFon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719ed3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a719ed3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719ed3f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719ed3f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a719ed3f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a719ed3f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a719ed3f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a719ed3f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a719ed3f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a719ed3f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719ed3f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a719ed3f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719ed3f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a719ed3f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a719ed3f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a719ed3f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719ed3f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719ed3f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a719ed3f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a719ed3f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719ed3f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719ed3f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a719ed3f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a719ed3f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a719ed3f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a719ed3f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24</a:t>
              </a:r>
              <a:r>
                <a:rPr lang="en" sz="2700">
                  <a:solidFill>
                    <a:srgbClr val="FFFFFF"/>
                  </a:solidFill>
                </a:rPr>
                <a:t>:</a:t>
              </a:r>
              <a:endParaRPr sz="2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Conditional Rendering</a:t>
              </a:r>
              <a:r>
                <a:rPr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If/Else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Ternary Operator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Did you know React apps behave like a smart assistant – they show different things depending on the situation?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Did you know React apps behave like a smart assistant – they show different things depending on the situation?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50150" y="1451025"/>
            <a:ext cx="75456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Yes, React apps behave like a smart assistant because they use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Conditional Rendering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display different UI based on conditions.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example, when data is being fetched, React shows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“Loading…”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once the data is available, it displays the actual content.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achieved using JavaScript conditions like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if-else or ternary operator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inside components.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/ ELSE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50150" y="1451025"/>
            <a:ext cx="7545600" cy="24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if-else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used to make decisions in React components, just like in normal JavaScript.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checks a condition: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the condition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true → one UI is shown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the condition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false → another UI is shown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 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In React, if-else is written </a:t>
            </a:r>
            <a:r>
              <a:rPr b="1" lang="en" sz="13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outside JSX</a:t>
            </a:r>
            <a:r>
              <a:rPr lang="en" sz="13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, usually before the return.</a:t>
            </a:r>
            <a:endParaRPr b="1" sz="16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/ ELSE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carbon (5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8188" y="1011575"/>
            <a:ext cx="5421126" cy="36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/ ELSE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430025" y="1228075"/>
            <a:ext cx="49512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React checks the condition (isLoggedIn)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If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true → returns "Welcome User"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Else → returns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"Please Login"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to use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logic is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complex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there are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multiple conditions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code becomes messy in JSX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Google Shape;129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Ternary Operator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30025" y="1228075"/>
            <a:ext cx="65121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ternary operator (</a:t>
            </a:r>
            <a:r>
              <a:rPr b="1" lang="en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? :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short way to write </a:t>
            </a:r>
            <a:r>
              <a:rPr lang="en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if-else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React.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checks a condition: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true → first value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false → second value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Ternary is used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inside JSX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makes it very useful in React.</a:t>
            </a:r>
            <a:endParaRPr sz="17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Ternary Operator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p21" title="carbon (5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03625"/>
            <a:ext cx="5361775" cy="7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 title="carbon (5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49375"/>
            <a:ext cx="6092176" cy="28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" name="Google Shape;148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576900" y="1842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Ternary Operator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30025" y="1228075"/>
            <a:ext cx="6512100" cy="3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React checks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isLoggedIn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If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true → shows "Welcome User"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If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false → shows "Please Login"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to use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condition is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When you want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short and clean code inside JSX</a:t>
            </a:r>
            <a:endParaRPr b="1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Which is correct way to use condition inside JSX?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10900" y="1793229"/>
            <a:ext cx="71769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 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</a:t>
            </a:r>
            <a:r>
              <a:rPr lang="en" sz="1100">
                <a:solidFill>
                  <a:schemeClr val="dk1"/>
                </a:solidFill>
              </a:rPr>
              <a:t>if (isLoggedIn) &lt;h1&gt;Welcome&lt;/h1&gt;</a:t>
            </a:r>
            <a:endParaRPr sz="1100">
              <a:solidFill>
                <a:schemeClr val="dk1"/>
              </a:solidFill>
            </a:endParaRPr>
          </a:p>
          <a:p>
            <a:pPr indent="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</a:t>
            </a:r>
            <a:r>
              <a:rPr lang="en" sz="1100">
                <a:solidFill>
                  <a:schemeClr val="dk1"/>
                </a:solidFill>
              </a:rPr>
              <a:t>{if (isLoggedIn) &lt;h1&gt;Welcome&lt;/h1&gt;}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</a:t>
            </a:r>
            <a:r>
              <a:rPr lang="en" sz="1100">
                <a:solidFill>
                  <a:schemeClr val="dk1"/>
                </a:solidFill>
              </a:rPr>
              <a:t>{isLoggedIn ? &lt;h1&gt;Welcome&lt;/h1&gt; : &lt;h1&gt;Login&lt;/h1&gt;}</a:t>
            </a:r>
            <a:endParaRPr sz="1100">
              <a:solidFill>
                <a:schemeClr val="dk1"/>
              </a:solidFill>
            </a:endParaRPr>
          </a:p>
          <a:p>
            <a:pPr indent="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</a:t>
            </a:r>
            <a:r>
              <a:rPr lang="en" sz="1100">
                <a:solidFill>
                  <a:schemeClr val="dk1"/>
                </a:solidFill>
              </a:rPr>
              <a:t>{isLoggedIn &amp;&amp; else &lt;h1&gt;Welcome&lt;/h1&gt;}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0" name="Google Shape;160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310900" y="3156125"/>
            <a:ext cx="6246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  </a:t>
            </a:r>
            <a:r>
              <a:rPr lang="en" sz="1800">
                <a:solidFill>
                  <a:srgbClr val="595959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c) </a:t>
            </a:r>
            <a:r>
              <a:rPr lang="en" sz="1100">
                <a:solidFill>
                  <a:schemeClr val="dk1"/>
                </a:solidFill>
              </a:rPr>
              <a:t>{isLoggedIn ? &lt;h1&gt;Welcome&lt;/h1&gt; : &lt;h1&gt;Login&lt;/h1&gt;}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23"/>
          <p:cNvGrpSpPr/>
          <p:nvPr/>
        </p:nvGrpSpPr>
        <p:grpSpPr>
          <a:xfrm>
            <a:off x="310900" y="3742463"/>
            <a:ext cx="6005825" cy="548713"/>
            <a:chOff x="310900" y="3742463"/>
            <a:chExt cx="6005825" cy="548713"/>
          </a:xfrm>
        </p:grpSpPr>
        <p:sp>
          <p:nvSpPr>
            <p:cNvPr id="164" name="Google Shape;164;p23"/>
            <p:cNvSpPr txBox="1"/>
            <p:nvPr/>
          </p:nvSpPr>
          <p:spPr>
            <a:xfrm>
              <a:off x="310900" y="37424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23"/>
            <p:cNvSpPr txBox="1"/>
            <p:nvPr/>
          </p:nvSpPr>
          <p:spPr>
            <a:xfrm>
              <a:off x="1607925" y="37424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rgbClr val="173034"/>
                  </a:solidFill>
                  <a:latin typeface="Poppins"/>
                  <a:ea typeface="Poppins"/>
                  <a:cs typeface="Poppins"/>
                  <a:sym typeface="Poppins"/>
                </a:rPr>
                <a:t>JSX does not support if-else directly, so we use the </a:t>
              </a:r>
              <a:r>
                <a:rPr b="1" lang="en" sz="1100">
                  <a:solidFill>
                    <a:srgbClr val="173034"/>
                  </a:solidFill>
                  <a:latin typeface="Poppins"/>
                  <a:ea typeface="Poppins"/>
                  <a:cs typeface="Poppins"/>
                  <a:sym typeface="Poppins"/>
                </a:rPr>
                <a:t>ternary operator (? :)</a:t>
              </a:r>
              <a:r>
                <a:rPr lang="en" sz="1100">
                  <a:solidFill>
                    <a:srgbClr val="173034"/>
                  </a:solidFill>
                  <a:latin typeface="Poppins"/>
                  <a:ea typeface="Poppins"/>
                  <a:cs typeface="Poppins"/>
                  <a:sym typeface="Poppins"/>
                </a:rPr>
                <a:t> to write conditions inside JSX.</a:t>
              </a:r>
              <a:endParaRPr b="1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1" name="Google Shape;171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https://react.dev/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179" name="Google Shape;179;p25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181" name="Google Shape;181;p25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182" name="Google Shape;182;p25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183" name="Google Shape;183;p25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25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185" name="Google Shape;185;p25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5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