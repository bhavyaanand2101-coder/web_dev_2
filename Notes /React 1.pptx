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jL2KOZaycfCYg1nczdtbsiBkQ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codepen.io/VGUFET0412/pen/dPyLKRy?editors=0011" TargetMode="External"/><Relationship Id="rId4" Type="http://schemas.openxmlformats.org/officeDocument/2006/relationships/hyperlink" Target="https://codepen.io/VGUFET0412/pen/ogNOyeN?editors=1010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0" y="1"/>
            <a:ext cx="12192000" cy="1690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IN">
                <a:solidFill>
                  <a:schemeClr val="lt1"/>
                </a:solidFill>
              </a:rPr>
              <a:t>  Activity 1:</a:t>
            </a:r>
            <a:endParaRPr/>
          </a:p>
        </p:txBody>
      </p:sp>
      <p:sp>
        <p:nvSpPr>
          <p:cNvPr id="95" name="Google Shape;95;p3"/>
          <p:cNvSpPr txBox="1"/>
          <p:nvPr>
            <p:ph idx="1" type="body"/>
          </p:nvPr>
        </p:nvSpPr>
        <p:spPr>
          <a:xfrm>
            <a:off x="690716" y="201371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1. Create a h1 element using React.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2. use babel code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3. Try to render multiple element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4. Explore codepen and codesand box for writing code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5. Try to add one image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00" y="-74275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Activity: Explore/Observer the following code</a:t>
            </a:r>
            <a:endParaRPr/>
          </a:p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CodePen Link (JS Code)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u="sng">
                <a:solidFill>
                  <a:schemeClr val="hlink"/>
                </a:solidFill>
                <a:hlinkClick r:id="rId3"/>
              </a:rPr>
              <a:t>https://codepen.io/VGUFET0412/pen/dPyLKRy?editors=0011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CodePen Link (ReactJS Code)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u="sng">
                <a:solidFill>
                  <a:schemeClr val="hlink"/>
                </a:solidFill>
                <a:hlinkClick r:id="rId4"/>
              </a:rPr>
              <a:t>https://codepen.io/VGUFET0412/pen/ogNOyeN?editors=1010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2025-04-07T10:22:32Z</dcterms:created>
  <dc:creator>Love Porwal</dc:creator>
</cp:coreProperties>
</file>