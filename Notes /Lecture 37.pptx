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9" r:id="rId19"/>
    <p:sldId id="310" r:id="rId20"/>
    <p:sldId id="311" r:id="rId21"/>
    <p:sldId id="312" r:id="rId22"/>
    <p:sldId id="313" r:id="rId2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Roboto Slab" pitchFamily="2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88b54ca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88b54ca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88b54ca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88b54ca6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55ec49d71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55ec49d71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55ec49d71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55ec49d71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55ec49d71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55ec49d71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55ec49d7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755ec49d71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55ec49d71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55ec49d71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55ec49d71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755ec49d71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55ec49d7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55ec49d7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55ec49d71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755ec49d71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55ec49d71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55ec49d71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755ec49d7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755ec49d7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55ec49d7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755ec49d7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55ec49d71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55ec49d71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55ec49d71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55ec49d71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75846f8a67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75846f8a67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5846f8a67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75846f8a67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75846f8a6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75846f8a6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75846f8a6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75846f8a6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75846f8a6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75846f8a6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788b54ca6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788b54ca6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788b54ca6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788b54ca64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2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37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55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API Optimization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Debouncing API Calls.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Pagination and Infinite Scroll.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5" name="Google Shape;315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17" name="Google Shape;317;p42"/>
          <p:cNvSpPr txBox="1"/>
          <p:nvPr/>
        </p:nvSpPr>
        <p:spPr>
          <a:xfrm>
            <a:off x="576075" y="210300"/>
            <a:ext cx="72237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you’re typing in a search bar and you haven’t finished typing the word, should Google start searching after every single letter, or wait until you pause for a moment?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" name="Google Shape;318;p42" title="Questions-ami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4" name="Google Shape;324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576075" y="210300"/>
            <a:ext cx="72237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you’re typing in a search bar and you haven’t finished typing the word, should Google start searching after every single letter, or wait until you pause for a moment?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311700" y="1739400"/>
            <a:ext cx="4260300" cy="25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should wait until you pause for a moment.</a:t>
            </a:r>
            <a:b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Google searched after every letter, it would waste resources and overload the system. Instead, it waits until you stop typing briefly before making the request.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exactly what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debouncing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does in programming — it ensures the action (like an API call) only happens after the user has paused typing, not on every keystroke.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8" name="Google Shape;328;p43" title="ChatGPT Image Aug 17, 2025, 05_36_17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510300"/>
            <a:ext cx="4047299" cy="3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Debouncing API Calls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4" name="Google Shape;334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36" name="Google Shape;336;p44"/>
          <p:cNvSpPr txBox="1"/>
          <p:nvPr/>
        </p:nvSpPr>
        <p:spPr>
          <a:xfrm>
            <a:off x="310900" y="1234440"/>
            <a:ext cx="7543800" cy="26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Debouncing means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delaying a function execution until after a certain time has passed since the last time it was called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a user types in a search bar, you don’t want to call the API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 every keystroke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that would waste bandwidth and overload the server.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Instead, you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wait until the user stops typing for a moment (say 500ms)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then make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one API call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Debouncing API Calls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2" name="Google Shape;342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44" name="Google Shape;344;p45" title="carbon (1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25" y="828875"/>
            <a:ext cx="7369677" cy="41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 Terms in Debouncing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0" name="Google Shape;350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52" name="Google Shape;352;p46"/>
          <p:cNvSpPr txBox="1"/>
          <p:nvPr/>
        </p:nvSpPr>
        <p:spPr>
          <a:xfrm>
            <a:off x="310900" y="1058925"/>
            <a:ext cx="7510200" cy="39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Delay (500ms in our code)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“wait time” before running the API call.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Example: Google waits 0.5s after you stop typing.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setTimeout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Starts a timer for the API call.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keep typing before 500ms, this timer never finishes.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clearTimeout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Cancels the old timer whenever you press a new key.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Ensures only the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latest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typing attempt matters.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 Terms in Debouncing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8" name="Google Shape;358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60" name="Google Shape;360;p47"/>
          <p:cNvSpPr txBox="1"/>
          <p:nvPr/>
        </p:nvSpPr>
        <p:spPr>
          <a:xfrm>
            <a:off x="420225" y="1151375"/>
            <a:ext cx="7470600" cy="26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4. 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Trigger (query)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input value (query) is the condition.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Every time it changes, a new debounce cycle starts.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Final Action (axios.get)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real API call.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Runs only after typing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pauses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500ms.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6" name="Google Shape;366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68" name="Google Shape;368;p48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 read a book with 500 pages, do you try to see all the pages at once, or do you flip through one page at a time?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9" name="Google Shape;369;p48" title="Questions-rafiki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00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5" name="Google Shape;375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77" name="Google Shape;377;p49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 read a book with 500 pages, do you try to see all the pages at once, or do you flip through one page at a time?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49"/>
          <p:cNvSpPr txBox="1"/>
          <p:nvPr/>
        </p:nvSpPr>
        <p:spPr>
          <a:xfrm>
            <a:off x="311700" y="1563225"/>
            <a:ext cx="4605000" cy="22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flip through one page at a time.</a:t>
            </a:r>
            <a:b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tried to see all 500 pages at once, it would be overwhelming and impossible to handle.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is exactly how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pagination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works in programming — instead of loading everything at once, data is divided into manageable chunks (pages) so you can load and view them step by step.</a:t>
            </a:r>
            <a:endParaRPr i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p49" title="20250817_1915_Reading Focus Contrast_simple_compose_01k2w4cxt5fpdazyvkrepfy9q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900" y="1261800"/>
            <a:ext cx="3595850" cy="35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Pagination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5" name="Google Shape;385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87" name="Google Shape;387;p50"/>
          <p:cNvSpPr txBox="1"/>
          <p:nvPr/>
        </p:nvSpPr>
        <p:spPr>
          <a:xfrm>
            <a:off x="268950" y="1218625"/>
            <a:ext cx="7470600" cy="26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Breaking large amounts of data into smaller, manageable chunks (pages) instead of loading everything at once.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Improves performance (less data loaded at a time).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Saves bandwidth.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Makes it easier for users to navigate.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Pagination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3" name="Google Shape;393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95" name="Google Shape;395;p51" title="carbon (1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75" y="770025"/>
            <a:ext cx="7395850" cy="41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1" name="Google Shape;401;p5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403" name="Google Shape;403;p52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 use Instagram or Youtube, do you ever click Next Page, or does new content just keep appearing as you scroll?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52" title="Problem solving-p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0" name="Google Shape;410;p5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412" name="Google Shape;412;p53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 use Instagram or Youtube, do you ever click Next Page, or does new content just keep appearing as you scroll?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p53"/>
          <p:cNvSpPr txBox="1"/>
          <p:nvPr/>
        </p:nvSpPr>
        <p:spPr>
          <a:xfrm>
            <a:off x="238125" y="1637900"/>
            <a:ext cx="47871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never click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Next Page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new content just keeps loading automatically as you scroll down.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That’s exactly how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infinite scroll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works in programming — instead of manually switching pages (pagination), the app keeps fetching and adding more data seamlessly as you keep scrolling.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4" name="Google Shape;414;p53" title="20250817_2056_Infinite Scrolling Bliss_simple_compose_01k2wa5prdekrt81tce9yh33j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0150" y="1176075"/>
            <a:ext cx="3170112" cy="35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Infinite Scroll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0" name="Google Shape;420;p5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422" name="Google Shape;422;p54"/>
          <p:cNvSpPr txBox="1"/>
          <p:nvPr/>
        </p:nvSpPr>
        <p:spPr>
          <a:xfrm>
            <a:off x="310900" y="1133150"/>
            <a:ext cx="75438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technique where new data automatically loads as the user scrolls down, instead of requiring them to click “Next Page.”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Common in apps like Instagram, Facebook,Youtube and TikTok.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 use Infinite Scroll?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Seamless Experience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Users don’t have to click “Next Page”; content flows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naturally.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Engagement Boost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Keeps users scrolling longer (like Instagram/TikTok).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Best for Feeds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Works perfectly when content is endless (social media, news,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products).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Mobile-Friendly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Easy for users on phones (less clicking, more swiping).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react-infinite-scroll-component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8" name="Google Shape;428;p5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30" name="Google Shape;430;p55"/>
          <p:cNvSpPr txBox="1"/>
          <p:nvPr/>
        </p:nvSpPr>
        <p:spPr>
          <a:xfrm>
            <a:off x="310900" y="1133150"/>
            <a:ext cx="7543800" cy="30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ready-made React library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helps us easily add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infinite scrolling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our app, so more data loads when the user scrolls down.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Steps To Use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Install It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Import And Use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1" name="Google Shape;431;p55" title="carbon (2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800" y="2571750"/>
            <a:ext cx="5983974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5" title="carbon (2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800" y="4191650"/>
            <a:ext cx="5983974" cy="79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react-infinite-scroll-component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8" name="Google Shape;438;p5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440" name="Google Shape;440;p56"/>
          <p:cNvSpPr txBox="1"/>
          <p:nvPr/>
        </p:nvSpPr>
        <p:spPr>
          <a:xfrm>
            <a:off x="310900" y="1133150"/>
            <a:ext cx="754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3.   Wrap Your List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1" name="Google Shape;441;p56" title="carbon (2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700" y="1569200"/>
            <a:ext cx="6836202" cy="33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6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7" name="Google Shape;547;p6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6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"debouncing" in the context of API calls?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p66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Making an API call bounce between two servers for reliability.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A technique to group multiple sequential function calls into a single call after a certain period of    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inactivity.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c) Sending the same API call twice to ensure it was received.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d) An animation effect for when data loads.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0" name="Google Shape;550;p6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552" name="Google Shape;552;p66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technique to group multiple sequential function calls into a single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call after a certain period of inactivity.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53" name="Google Shape;553;p66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54" name="Google Shape;554;p6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55" name="Google Shape;555;p66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Debouncing is a performance optimization. For a search input, it prevents sending an API request on every keystroke, waiting instead until the user has stopped typing.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1" name="Google Shape;561;p6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7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fetching a list of data, what is "pagination"?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67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Displaying all the data on a single, long page.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Breaking a large dataset into smaller chunks or "pages" and fetching only one page at a time.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c) A special component for displaying page numbers.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d) The process of printing the data.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4" name="Google Shape;564;p6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566" name="Google Shape;566;p67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Breaking a large dataset into smaller chunks or "pages" and fetching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only one page at a time.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67" name="Google Shape;567;p67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68" name="Google Shape;568;p6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69" name="Google Shape;569;p67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Pagination is essential for performance when dealing with thousands or millions of records. It reduces the initial load time and the amount of data transferred.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8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5" name="Google Shape;575;p6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8"/>
          <p:cNvSpPr txBox="1"/>
          <p:nvPr/>
        </p:nvSpPr>
        <p:spPr>
          <a:xfrm>
            <a:off x="310900" y="1228825"/>
            <a:ext cx="8354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implementing a "load more" button for an infinite scroll effect, how should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you update your component's data state?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9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7" name="Google Shape;577;p68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Replace the old data array with the new data array.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Create a new array by combining the previous data with the newly fetched data.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c) Push the new data directly into the existing state array.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d) Store each page of data in a separate state variable.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8" name="Google Shape;578;p6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80" name="Google Shape;580;p68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Create a new array by combining the previous data with the newly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fetched data.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81" name="Google Shape;581;p68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582" name="Google Shape;582;p6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83" name="Google Shape;583;p68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To create a continuous list, you must append the new data to the existing data. The correct way to do this in React is to create a new array, typically using the spread syntax: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setData(prevData =&gt; [...prevData, ...newData]);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9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9" name="Google Shape;589;p6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9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70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97" name="Google Shape;597;p70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0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99" name="Google Shape;599;p70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600" name="Google Shape;600;p70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601" name="Google Shape;601;p70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2" name="Google Shape;602;p70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603" name="Google Shape;603;p70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0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605" name="Google Shape;605;p70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6" name="Google Shape;606;p70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Microsoft Office PowerPoint</Application>
  <PresentationFormat>On-screen Show (16:9)</PresentationFormat>
  <Paragraphs>153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Roboto Slab</vt:lpstr>
      <vt:lpstr>Poppins</vt:lpstr>
      <vt:lpstr>Arial</vt:lpstr>
      <vt:lpstr>Simple Light</vt:lpstr>
      <vt:lpstr>PowerPoint Presentation</vt:lpstr>
      <vt:lpstr>|  Table of Contents</vt:lpstr>
      <vt:lpstr>|  </vt:lpstr>
      <vt:lpstr>|  </vt:lpstr>
      <vt:lpstr>| Debouncing API Calls</vt:lpstr>
      <vt:lpstr>| Debouncing API Calls</vt:lpstr>
      <vt:lpstr>| Key Terms in Debouncing</vt:lpstr>
      <vt:lpstr>| Key Terms in Debouncing</vt:lpstr>
      <vt:lpstr>|  </vt:lpstr>
      <vt:lpstr>|  </vt:lpstr>
      <vt:lpstr>| Pagination</vt:lpstr>
      <vt:lpstr>| Pagination</vt:lpstr>
      <vt:lpstr>|  </vt:lpstr>
      <vt:lpstr>|  </vt:lpstr>
      <vt:lpstr>| Infinite Scroll</vt:lpstr>
      <vt:lpstr>| react-infinite-scroll-component</vt:lpstr>
      <vt:lpstr>| react-infinite-scroll-component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2026-03-17T15:01:33Z</dcterms:modified>
</cp:coreProperties>
</file>