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11" r:id="rId42"/>
    <p:sldId id="312" r:id="rId43"/>
    <p:sldId id="313" r:id="rId44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46"/>
      <p:bold r:id="rId47"/>
      <p:italic r:id="rId48"/>
      <p:boldItalic r:id="rId49"/>
    </p:embeddedFont>
    <p:embeddedFont>
      <p:font typeface="Roboto Mono" panose="00000009000000000000" pitchFamily="49" charset="0"/>
      <p:regular r:id="rId50"/>
      <p:bold r:id="rId51"/>
      <p:italic r:id="rId52"/>
      <p:boldItalic r:id="rId53"/>
    </p:embeddedFont>
    <p:embeddedFont>
      <p:font typeface="Roboto Slab" pitchFamily="2" charset="0"/>
      <p:regular r:id="rId54"/>
      <p:bold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88b54ca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88b54ca6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88b54ca6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88b54ca6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88b54ca64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88b54ca64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88b54ca64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88b54ca64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88b54ca6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88b54ca6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88b54ca64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88b54ca64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88b54ca64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88b54ca64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88b54ca64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88b54ca64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88b54ca64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88b54ca64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88b54ca64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88b54ca64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88b54ca64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88b54ca64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8b54ca64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88b54ca64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88b54ca64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88b54ca64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55ec49d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55ec49d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55ec49d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55ec49d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55ec49d7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55ec49d7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55ec49d7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55ec49d7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55ec49d7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755ec49d7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55ec49d7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55ec49d7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55ec49d7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755ec49d7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55ec49d7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55ec49d7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88b54ca64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788b54ca64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55ec49d71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755ec49d71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55ec49d7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755ec49d71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55ec49d7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755ec49d7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55ec49d71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55ec49d71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55ec49d7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55ec49d7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55ec49d7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55ec49d7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55ec49d71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755ec49d71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55ec49d71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55ec49d71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55ec49d71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55ec49d71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755ec49d71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755ec49d71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788b54ca64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788b54ca64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75846f8a6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75846f8a67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788b54ca64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788b54ca64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75846f8a67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75846f8a67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75846f8a6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75846f8a67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75846f8a6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75846f8a6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788b54ca6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788b54ca6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5846f8a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75846f8a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75846f8a6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75846f8a6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788b54ca6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788b54ca6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788b54ca64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788b54ca64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jpg"/><Relationship Id="rId5" Type="http://schemas.openxmlformats.org/officeDocument/2006/relationships/hyperlink" Target="http://drive.google.com/file/d/1qfJw2zOFd8DahdfhOgePGj7TSa96jkru/view" TargetMode="Externa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jpg"/><Relationship Id="rId5" Type="http://schemas.openxmlformats.org/officeDocument/2006/relationships/hyperlink" Target="http://drive.google.com/file/d/1vrhtpM32QOUCU77BgXjhlroLlNOhbsQu/view" TargetMode="Externa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2"/>
            <a:chOff x="788865" y="1515488"/>
            <a:chExt cx="4594407" cy="238786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29</a:t>
              </a:r>
              <a:r>
                <a:rPr lang="en" sz="2700" dirty="0">
                  <a:solidFill>
                    <a:schemeClr val="lt1"/>
                  </a:solidFill>
                </a:rPr>
                <a:t>:</a:t>
              </a:r>
              <a:endParaRPr sz="2200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1292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Fetching Data with </a:t>
              </a:r>
              <a:r>
                <a:rPr lang="en-IN" sz="2400" dirty="0" err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useEffect</a:t>
              </a:r>
              <a:r>
                <a:rPr lang="e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Fetching Data with Fetch API and Axios.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Handling API Errors and Loading States.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References.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The End.</a:t>
            </a:r>
            <a:endParaRPr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your app is like a food delivery service (Zomato/Swiggy), how would you fetch the list of restaurants from the server?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 title="Thinking face-rafiki (3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your app is like a food delivery service (Zomato/Swiggy), how would you fetch the list of restaurants from the server?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1625250"/>
            <a:ext cx="7545600" cy="23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restaurant data is stored in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on the server. When the React app needs this list, it makes an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API call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the server. The server then returns the data as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JSON response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which React receives and displays on the screen.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React, we can make this API call in two common ways: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Using </a:t>
            </a:r>
            <a:r>
              <a:rPr lang="en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– a built-in JavaScript function to request and receive data.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Using </a:t>
            </a:r>
            <a:r>
              <a:rPr lang="en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axios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a popular third-party library that makes API calls simpler and more powerful.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" name="Google Shape;102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310900" y="1266950"/>
            <a:ext cx="7543800" cy="30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Fetch API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built-in JavaScript feature that allows us to make HTTP requests (like GET, POST, PUT, DELETE) to servers and get data back — usually in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JSON format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 Points: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 need to install anything (already part of modern browsers).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Works with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Promises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(so we use .then() or async/await).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Commonly used in React to get or send data to a backend.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usage: fetching weather details, restaurant lists, user info, etc.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0" name="Google Shape;110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12" name="Google Shape;112;p18" title="carb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6388" y="844250"/>
            <a:ext cx="6471220" cy="406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Syntax Explanation :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310900" y="3146975"/>
            <a:ext cx="67641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fetch is the function we use to call an API.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"URL" is the API endpoint (like https://api.example.com/restaurants).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{ ... } is an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object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where we configure the request.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carbo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014975"/>
            <a:ext cx="6448150" cy="18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Syntax Explanation :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310900" y="2095500"/>
            <a:ext cx="6764100" cy="24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method defines the type of request: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GET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retrieve data (e.g., list of restaurants)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POST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send new data (e.g., add a new order)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PUT/PATCH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update existing data (e.g., update a profile)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DELETE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remove data (e.g., cancel an order)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0" title="carbon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014975"/>
            <a:ext cx="6508137" cy="138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Syntax Explanation :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6" name="Google Shape;136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38" name="Google Shape;138;p21"/>
          <p:cNvSpPr txBox="1"/>
          <p:nvPr/>
        </p:nvSpPr>
        <p:spPr>
          <a:xfrm>
            <a:off x="310900" y="3518075"/>
            <a:ext cx="6764100" cy="1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headers give extra information to the server.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"Content-Type": "application/json" means we are sending/expecting data in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JSON format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1" title="carbon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227825"/>
            <a:ext cx="7236475" cy="19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Syntax Explanation :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310900" y="3150350"/>
            <a:ext cx="67641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body is the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actual data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we send to the server.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JSON.stringify(data) converts a JavaScript object into a JSON string.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Used only with methods like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POST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PUT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not with GET.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8" name="Google Shape;148;p22" title="carbon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407675"/>
            <a:ext cx="7543799" cy="13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Syntax Explanation :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" name="Google Shape;154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310900" y="3134575"/>
            <a:ext cx="67641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response is what the server sends back.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.json() converts it into a usable JavaScript object.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23" title="carbon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109225"/>
            <a:ext cx="7543799" cy="169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Syntax Explanation :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310900" y="2182100"/>
            <a:ext cx="7967100" cy="28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27323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Here we get the final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(the actual data) and can use it in our app (like showing the list of restaurants).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27323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7323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7323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7323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7323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27323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.catch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used to handle errors (like if the server is down, wrong URL, or no internet).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4" title="carbon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883225"/>
            <a:ext cx="6096000" cy="16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 title="carbon (7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900" y="3182513"/>
            <a:ext cx="6096000" cy="13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75" name="Google Shape;175;p25" title="carbon (8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475" y="770025"/>
            <a:ext cx="6952025" cy="41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Axios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310900" y="1234440"/>
            <a:ext cx="7543800" cy="3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Axios is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popular third-party library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used in JavaScript/React to make HTTP requests (GET, POST, PUT, DELETE). It makes working with APIs easier compared to Fetch.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 Points: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 built-in → you install it with npm install axios.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Automatically converts responses to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JSON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(no need for response.json()).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Cleaner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error handling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(gives status codes, error messages directly).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Allows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base URLs &amp; default headers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no need to repeat the same URL or headers again and again.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Supports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request cancellation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timeout handling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Axios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191" name="Google Shape;191;p27" title="carbon (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250" y="817000"/>
            <a:ext cx="6933940" cy="406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Axios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7" name="Google Shape;197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199" name="Google Shape;199;p28" title="carbon (1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300" y="1014975"/>
            <a:ext cx="7321198" cy="382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Axios over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310900" y="1234450"/>
            <a:ext cx="7794300" cy="3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Automatic JSON Conversion</a:t>
            </a: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Fetch → You must call response.json() manually.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Axios → Response data is ready in response.data.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 startAt="2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Better Error Handling</a:t>
            </a: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Fetch → Only rejects on </a:t>
            </a: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network errors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(not 404 or 500).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Axios → Rejects for </a:t>
            </a: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both network &amp; HTTP errors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(easier to handle).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Axios over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3" name="Google Shape;213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15" name="Google Shape;215;p30"/>
          <p:cNvSpPr txBox="1"/>
          <p:nvPr/>
        </p:nvSpPr>
        <p:spPr>
          <a:xfrm>
            <a:off x="260675" y="1234440"/>
            <a:ext cx="7520700" cy="3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 startAt="3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Shorter &amp; Cleaner Syntax</a:t>
            </a: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Fetch needs more code for headers, data, and JSON conversion.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Axios is simpler: axios.get(url) or axios.post(url, data).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 startAt="4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Supports Request Cancellation &amp; Timeout</a:t>
            </a: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Axios → Can cancel requests or set timeouts easily.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100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Fetch → Needs extra AbortController for cancellation.</a:t>
            </a:r>
            <a:br>
              <a:rPr lang="en" sz="1100">
                <a:solidFill>
                  <a:srgbClr val="273239"/>
                </a:solidFill>
              </a:rPr>
            </a:br>
            <a:endParaRPr sz="1100">
              <a:solidFill>
                <a:srgbClr val="273239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Axios over Fetch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1" name="Google Shape;221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23" name="Google Shape;223;p31"/>
          <p:cNvSpPr txBox="1"/>
          <p:nvPr/>
        </p:nvSpPr>
        <p:spPr>
          <a:xfrm>
            <a:off x="260675" y="1234450"/>
            <a:ext cx="75207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 startAt="5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Default Configuration</a:t>
            </a: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Axios allows setting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base URL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default headers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so you don’t repeat them in every request.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Fetch has no built-in support for this.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" name="Google Shape;229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31" name="Google Shape;231;p32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if you order pizza 🍕 but the restaurant is closed — do you keep waiting forever, or does the app show “Restaurant unavailable”?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2" name="Google Shape;232;p32" title="Thinking face-br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725" y="1261800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8" name="Google Shape;238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40" name="Google Shape;240;p33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if you order pizza 🍕 but the restaurant is closed — do you keep waiting forever, or does the app show “Restaurant unavailable”?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33"/>
          <p:cNvSpPr txBox="1"/>
          <p:nvPr/>
        </p:nvSpPr>
        <p:spPr>
          <a:xfrm>
            <a:off x="311700" y="1760375"/>
            <a:ext cx="43878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don’t keep waiting — the app shows an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error message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like </a:t>
            </a: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“Restaurant unavailable”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Similarly, in React, if an API request fails, we should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handle the error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show a clear message to the user instead of leaving them stuck with a blank screen or endless loading.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2" name="Google Shape;242;p33" title="20250817_1530_Closed Pizza Dilemma_simple_compose_01k2vqfpvge5sr0ejvftwx4cyv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925" y="1261800"/>
            <a:ext cx="3572063" cy="35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Handling API Errors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8" name="Google Shape;248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50" name="Google Shape;250;p34"/>
          <p:cNvSpPr txBox="1"/>
          <p:nvPr/>
        </p:nvSpPr>
        <p:spPr>
          <a:xfrm>
            <a:off x="310900" y="1190750"/>
            <a:ext cx="7543800" cy="26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an API call fails (because of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network issues, wrong URL, server down, or invalid data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), we must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catch the error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inform the user instead of showing a blank screen.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Why Important?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Prevents the app from crashing.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Improves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user experience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(clear messages instead of confusion).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Helps in debugging (we know </a:t>
            </a: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went wrong).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Handling API Errors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6" name="Google Shape;256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258" name="Google Shape;258;p35"/>
          <p:cNvSpPr txBox="1"/>
          <p:nvPr/>
        </p:nvSpPr>
        <p:spPr>
          <a:xfrm>
            <a:off x="310900" y="1190750"/>
            <a:ext cx="7543800" cy="18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to Handle in React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try/catch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(with async/await) or .catch() (with promises).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Show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user-friendly message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(e.g., “Something went wrong. Please try again.”).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Optionally log detailed errors in the console for developers.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Handling API Errors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" name="Google Shape;264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266" name="Google Shape;266;p36" title="carbon (1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014975"/>
            <a:ext cx="7470600" cy="3924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2" name="Google Shape;272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74" name="Google Shape;274;p37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happens on a food delivery app while you’re waiting for the restaurant to confirm your order?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5" name="Google Shape;275;p37" title="Questions-rafik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14287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1" name="Google Shape;281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283" name="Google Shape;283;p38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happens on a food delivery app while you’re waiting for the restaurant to confirm your order?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311700" y="1739400"/>
            <a:ext cx="42603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app shows a spinner or message like “Preparing your order…” so you know something is happening, instead of leaving you on a blank screen.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Similarly, in React, this represents the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loading 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while waiting for data from an API.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5" name="Google Shape;285;p38" title="20250817_1559_Loading Order Screen_simple_compose_01k2vs6mqfeb6akcyj7c03w11z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4700" y="1152250"/>
            <a:ext cx="3275026" cy="382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Loading States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1" name="Google Shape;291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293" name="Google Shape;293;p39"/>
          <p:cNvSpPr txBox="1"/>
          <p:nvPr/>
        </p:nvSpPr>
        <p:spPr>
          <a:xfrm>
            <a:off x="310900" y="1234440"/>
            <a:ext cx="7543800" cy="3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loading state is a temporary UI shown while an application is waiting for data or a response from the server.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helps keep users informed that something is happening in the background (e.g., spinner, progress bar, or “Loading…” message) instead of showing a blank screen.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Importance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Keeps Users Informed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Shows that the app is working (not frozen).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Improves User Experience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 spinner/message is better than a blank screen.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Manages Expectations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Tells users “your data is coming soon.”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Prevents Frustration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Users won’t think the app is broken.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Professional Look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Every real-world app (Zomato, Swiggy, Netflix) uses loading indicators.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Loading States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9" name="Google Shape;299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301" name="Google Shape;301;p40" title="carbon (1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6625" y="770025"/>
            <a:ext cx="6449601" cy="422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Loading States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7" name="Google Shape;307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309" name="Google Shape;309;p41" title="carbon (1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750" y="1014975"/>
            <a:ext cx="7470600" cy="38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5" name="Google Shape;315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317" name="Google Shape;317;p42"/>
          <p:cNvSpPr txBox="1"/>
          <p:nvPr/>
        </p:nvSpPr>
        <p:spPr>
          <a:xfrm>
            <a:off x="576075" y="210300"/>
            <a:ext cx="7223700" cy="1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you’re typing in a search bar and you haven’t finished typing the word, should Google start searching after every single letter, or wait until you pause for a moment?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8" name="Google Shape;318;p42" title="Questions-ami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4489705" cy="361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4" name="Google Shape;324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326" name="Google Shape;326;p43"/>
          <p:cNvSpPr txBox="1"/>
          <p:nvPr/>
        </p:nvSpPr>
        <p:spPr>
          <a:xfrm>
            <a:off x="576075" y="210300"/>
            <a:ext cx="7223700" cy="1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you’re typing in a search bar and you haven’t finished typing the word, should Google start searching after every single letter, or wait until you pause for a moment?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311700" y="1739400"/>
            <a:ext cx="4260300" cy="25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should wait until you pause for a moment.</a:t>
            </a:r>
            <a:b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If Google searched after every letter, it would waste resources and overload the system. Instead, it waits until you stop typing briefly before making the request.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is exactly what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debouncing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does in programming — it ensures the action (like an API call) only happens after the user has paused typing, not on every keystroke.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8" name="Google Shape;328;p43" title="ChatGPT Image Aug 17, 2025, 05_36_17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510300"/>
            <a:ext cx="4047299" cy="32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7" name="Google Shape;447;p5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grpSp>
        <p:nvGrpSpPr>
          <p:cNvPr id="450" name="Google Shape;450;p57"/>
          <p:cNvGrpSpPr/>
          <p:nvPr/>
        </p:nvGrpSpPr>
        <p:grpSpPr>
          <a:xfrm>
            <a:off x="310894" y="1014975"/>
            <a:ext cx="6716433" cy="2730725"/>
            <a:chOff x="310900" y="1014975"/>
            <a:chExt cx="6327900" cy="2730725"/>
          </a:xfrm>
        </p:grpSpPr>
        <p:sp>
          <p:nvSpPr>
            <p:cNvPr id="451" name="Google Shape;451;p57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Fetching Data with Axios</a:t>
              </a:r>
              <a:endParaRPr sz="17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52" name="Google Shape;452;p57"/>
            <p:cNvSpPr txBox="1"/>
            <p:nvPr/>
          </p:nvSpPr>
          <p:spPr>
            <a:xfrm>
              <a:off x="310900" y="1725200"/>
              <a:ext cx="6327900" cy="202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Install Axios in your project: </a:t>
              </a:r>
              <a:r>
                <a:rPr lang="en" sz="1100" b="1">
                  <a:solidFill>
                    <a:schemeClr val="dk1"/>
                  </a:solidFill>
                </a:rPr>
                <a:t>npm install axios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</a:t>
              </a:r>
              <a:r>
                <a:rPr lang="en" sz="1100" b="1">
                  <a:solidFill>
                    <a:schemeClr val="dk1"/>
                  </a:solidFill>
                </a:rPr>
                <a:t> UserProfile</a:t>
              </a:r>
              <a:r>
                <a:rPr lang="en" sz="1100">
                  <a:solidFill>
                    <a:schemeClr val="dk1"/>
                  </a:solidFill>
                </a:rPr>
                <a:t> component.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Use </a:t>
              </a:r>
              <a:r>
                <a:rPr lang="en" sz="1100" b="1">
                  <a:solidFill>
                    <a:schemeClr val="dk1"/>
                  </a:solidFill>
                </a:rPr>
                <a:t>useEffect</a:t>
              </a:r>
              <a:r>
                <a:rPr lang="en" sz="1100">
                  <a:solidFill>
                    <a:schemeClr val="dk1"/>
                  </a:solidFill>
                </a:rPr>
                <a:t> and </a:t>
              </a:r>
              <a:r>
                <a:rPr lang="en" sz="1100" b="1">
                  <a:solidFill>
                    <a:schemeClr val="dk1"/>
                  </a:solidFill>
                </a:rPr>
                <a:t>axios.get()</a:t>
              </a:r>
              <a:r>
                <a:rPr lang="en" sz="1100">
                  <a:solidFill>
                    <a:schemeClr val="dk1"/>
                  </a:solidFill>
                </a:rPr>
                <a:t> to fetch a single user's data from </a:t>
              </a:r>
              <a:r>
                <a:rPr lang="en" sz="1100" b="1">
                  <a:solidFill>
                    <a:schemeClr val="dk1"/>
                  </a:solidFill>
                </a:rPr>
                <a:t>https://jsonplaceholder.typicode.com/users/1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Store the user data in state and display the user's name and email.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8" name="Google Shape;458;p5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389" y="3055750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461" name="Google Shape;461;p58"/>
          <p:cNvSpPr txBox="1"/>
          <p:nvPr/>
        </p:nvSpPr>
        <p:spPr>
          <a:xfrm>
            <a:off x="92400" y="1014975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2" name="Google Shape;462;p58" title="carbon (20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2150" y="770025"/>
            <a:ext cx="5404027" cy="4221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8" name="Google Shape;468;p5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471" name="Google Shape;471;p59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2" name="Google Shape;472;p59" title="Recording 2025-08-18 151433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4550" y="956650"/>
            <a:ext cx="51054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8" name="Google Shape;478;p6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grpSp>
        <p:nvGrpSpPr>
          <p:cNvPr id="481" name="Google Shape;481;p60"/>
          <p:cNvGrpSpPr/>
          <p:nvPr/>
        </p:nvGrpSpPr>
        <p:grpSpPr>
          <a:xfrm>
            <a:off x="310894" y="1014975"/>
            <a:ext cx="6003496" cy="3427925"/>
            <a:chOff x="310900" y="1014975"/>
            <a:chExt cx="5656205" cy="3427925"/>
          </a:xfrm>
        </p:grpSpPr>
        <p:sp>
          <p:nvSpPr>
            <p:cNvPr id="482" name="Google Shape;482;p60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2.   </a:t>
              </a:r>
              <a:r>
                <a:rPr lang="en" sz="1100" b="1">
                  <a:solidFill>
                    <a:schemeClr val="dk1"/>
                  </a:solidFill>
                </a:rPr>
                <a:t> </a:t>
              </a: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Handling Loading and Error States</a:t>
              </a:r>
              <a:endParaRPr sz="17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83" name="Google Shape;483;p60"/>
            <p:cNvSpPr txBox="1"/>
            <p:nvPr/>
          </p:nvSpPr>
          <p:spPr>
            <a:xfrm>
              <a:off x="310905" y="1725200"/>
              <a:ext cx="5656200" cy="27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component </a:t>
              </a:r>
              <a:r>
                <a:rPr lang="en" sz="1100" b="1">
                  <a:solidFill>
                    <a:schemeClr val="dk1"/>
                  </a:solidFill>
                </a:rPr>
                <a:t>PostFetcher</a:t>
              </a:r>
              <a:r>
                <a:rPr lang="en" sz="1100">
                  <a:solidFill>
                    <a:schemeClr val="dk1"/>
                  </a:solidFill>
                </a:rPr>
                <a:t> that fetches a post from an API. Implement three states: </a:t>
              </a:r>
              <a:r>
                <a:rPr lang="en" sz="1100" b="1">
                  <a:solidFill>
                    <a:schemeClr val="dk1"/>
                  </a:solidFill>
                </a:rPr>
                <a:t>loading, error</a:t>
              </a:r>
              <a:r>
                <a:rPr lang="en" sz="1100">
                  <a:solidFill>
                    <a:schemeClr val="dk1"/>
                  </a:solidFill>
                </a:rPr>
                <a:t>, and </a:t>
              </a:r>
              <a:r>
                <a:rPr lang="en" sz="1100" b="1">
                  <a:solidFill>
                    <a:schemeClr val="dk1"/>
                  </a:solidFill>
                </a:rPr>
                <a:t>data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Initially, display a "Loading post..." message.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If the fetch is successful, display the post's title.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If the fetch fails (e.g., the URL is incorrect), display an error message.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9" name="Google Shape;489;p6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6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389" y="3055750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492" name="Google Shape;492;p61"/>
          <p:cNvSpPr txBox="1"/>
          <p:nvPr/>
        </p:nvSpPr>
        <p:spPr>
          <a:xfrm>
            <a:off x="92400" y="1014975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3" name="Google Shape;493;p61" title="carbon (2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5775" y="770025"/>
            <a:ext cx="5143501" cy="420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9" name="Google Shape;499;p6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6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389" y="3055750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502" name="Google Shape;502;p62"/>
          <p:cNvSpPr txBox="1"/>
          <p:nvPr/>
        </p:nvSpPr>
        <p:spPr>
          <a:xfrm>
            <a:off x="92400" y="1014975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3" name="Google Shape;503;p62" title="carbon (2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675" y="838250"/>
            <a:ext cx="5251651" cy="39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9" name="Google Shape;509;p6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512" name="Google Shape;512;p63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3" name="Google Shape;513;p63" title="Screen Recording 2025-08-18 152102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3000" y="1167384"/>
            <a:ext cx="5702063" cy="170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4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9" name="Google Shape;519;p6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4"/>
          <p:cNvSpPr txBox="1"/>
          <p:nvPr/>
        </p:nvSpPr>
        <p:spPr>
          <a:xfrm>
            <a:off x="310900" y="1228825"/>
            <a:ext cx="835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most common reason for a React component to have a "loading state"?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5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p64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To make the component load faster.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To show the user that a data-fetching operation is in progress and the content is not yet 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available.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To load CSS styles before the component renders.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To check for errors in the code.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p6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524" name="Google Shape;524;p64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show the user that a data-fetching operation is in progress and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the content is not yet available.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25" name="Google Shape;525;p64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526" name="Google Shape;526;p6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27" name="Google Shape;527;p64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 loading state provides crucial user feedback, preventing the user from thinking the application is frozen while waiting for a network request to complete.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5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3" name="Google Shape;533;p6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5"/>
          <p:cNvSpPr txBox="1"/>
          <p:nvPr/>
        </p:nvSpPr>
        <p:spPr>
          <a:xfrm>
            <a:off x="310900" y="1228825"/>
            <a:ext cx="835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a key difference between the native Fetch API and the Axios library?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5" name="Google Shape;535;p65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Only Axios can make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requests.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b) Axios automatically throws an error on bad HTTP statuses (like 404 or 500), while   Fetch does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not.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c) Only Fetch can be used with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async/await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d) Fetch automatically parses JSON data, while Axios does not.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6" name="Google Shape;536;p6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538" name="Google Shape;538;p65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Axios automatically throws an error on bad HTTP statuses (like 404 or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500), while   Fetch does not.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39" name="Google Shape;539;p65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540" name="Google Shape;540;p6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41" name="Google Shape;541;p65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With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fetch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, you have to manually check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response.ok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. Axios simplifies error handling by rejecting the promise for any 4xx or 5xx status code, which often leads to cleaner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catch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blocks.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8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5" name="Google Shape;575;p6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8"/>
          <p:cNvSpPr txBox="1"/>
          <p:nvPr/>
        </p:nvSpPr>
        <p:spPr>
          <a:xfrm>
            <a:off x="310900" y="1228825"/>
            <a:ext cx="8354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When implementing a "load more" button for an infinite scroll effect, how should </a:t>
            </a: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you update your component's data state?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9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7" name="Google Shape;577;p68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Replace the old data array with the new data array.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b) Create a new array by combining the previous data with the newly fetched data.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c) Push the new data directly into the existing state array.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d) Store each page of data in a separate state variable.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8" name="Google Shape;578;p6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580" name="Google Shape;580;p68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Create a new array by combining the previous data with the newly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fetched data.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81" name="Google Shape;581;p68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582" name="Google Shape;582;p68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83" name="Google Shape;583;p68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To create a continuous list, you must append the new data to the existing data. The correct way to do this in React is to create a new array, typically using the spread syntax: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setData(prevData =&gt; [...prevData, ...newData]);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9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9" name="Google Shape;589;p6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9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70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97" name="Google Shape;597;p70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0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99" name="Google Shape;599;p70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600" name="Google Shape;600;p70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601" name="Google Shape;601;p70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2" name="Google Shape;602;p70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603" name="Google Shape;603;p70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70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605" name="Google Shape;605;p70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6" name="Google Shape;606;p70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2250</Words>
  <Application>Microsoft Office PowerPoint</Application>
  <PresentationFormat>On-screen Show (16:9)</PresentationFormat>
  <Paragraphs>251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Roboto Slab</vt:lpstr>
      <vt:lpstr>Poppins</vt:lpstr>
      <vt:lpstr>Arial</vt:lpstr>
      <vt:lpstr>Roboto Mono</vt:lpstr>
      <vt:lpstr>Simple Light</vt:lpstr>
      <vt:lpstr>PowerPoint Presentation</vt:lpstr>
      <vt:lpstr>|  Table of Contents</vt:lpstr>
      <vt:lpstr>|  </vt:lpstr>
      <vt:lpstr>|  </vt:lpstr>
      <vt:lpstr>| Fetch API</vt:lpstr>
      <vt:lpstr>| Syntax : Fetch API</vt:lpstr>
      <vt:lpstr>| Syntax Explanation : Fetch API</vt:lpstr>
      <vt:lpstr>| Syntax Explanation : Fetch API</vt:lpstr>
      <vt:lpstr>| Syntax Explanation : Fetch API</vt:lpstr>
      <vt:lpstr>| Syntax Explanation : Fetch API</vt:lpstr>
      <vt:lpstr>| Syntax Explanation : Fetch API</vt:lpstr>
      <vt:lpstr>| Syntax Explanation : Fetch API</vt:lpstr>
      <vt:lpstr>| Example : Fetch API</vt:lpstr>
      <vt:lpstr>| Axios</vt:lpstr>
      <vt:lpstr>| Syntax : Axios</vt:lpstr>
      <vt:lpstr>| Example : Axios</vt:lpstr>
      <vt:lpstr>| Why Axios over Fetch API</vt:lpstr>
      <vt:lpstr>| Why Axios over Fetch API</vt:lpstr>
      <vt:lpstr>| Why Axios over Fetch API</vt:lpstr>
      <vt:lpstr>|  </vt:lpstr>
      <vt:lpstr>|  </vt:lpstr>
      <vt:lpstr>| Handling API Errors</vt:lpstr>
      <vt:lpstr>| Handling API Errors</vt:lpstr>
      <vt:lpstr>| Example : Handling API Errors</vt:lpstr>
      <vt:lpstr>|  </vt:lpstr>
      <vt:lpstr>|  </vt:lpstr>
      <vt:lpstr>| Loading States</vt:lpstr>
      <vt:lpstr>| Example : Loading States</vt:lpstr>
      <vt:lpstr>| Example : Loading States</vt:lpstr>
      <vt:lpstr>|  </vt:lpstr>
      <vt:lpstr>|  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1</cp:revision>
  <dcterms:modified xsi:type="dcterms:W3CDTF">2026-03-17T13:59:02Z</dcterms:modified>
</cp:coreProperties>
</file>