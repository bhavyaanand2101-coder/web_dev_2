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1B38C-E2B4-4AF2-82B3-2FA3363B9E05}">
  <a:tblStyle styleId="{EED1B38C-E2B4-4AF2-82B3-2FA3363B9E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e1701e3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e1701e3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1701e31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1701e3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e1701e31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e1701e31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1701e3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e1701e3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1701e31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e1701e3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1701e31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e1701e31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1701e31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e1701e31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1701e31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e1701e31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e1701e31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e1701e31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e1701e31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e1701e31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e1701e31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e1701e31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e1701e31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e1701e31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e1701e31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e1701e31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hyperlink" Target="https://www.w3schools.com/react/" TargetMode="External"/><Relationship Id="rId5" Type="http://schemas.openxmlformats.org/officeDocument/2006/relationships/hyperlink" Target="https://www.w3schools.com/react/" TargetMode="External"/><Relationship Id="rId6" Type="http://schemas.openxmlformats.org/officeDocument/2006/relationships/hyperlink" Target="https://react.dev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19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Introduction to React 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React Overview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React vs Angular vs Vue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Why Choose react?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if your entire Instagram page reloaded every time you liked a photo?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15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if your entire Instagram page reloaded every time you liked a photo?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540350"/>
            <a:ext cx="4603800" cy="2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 would be slow and frustrating — reloading the whole page just to like a post.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fixes this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by updating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the part that changes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like the like button, making apps feel fast and smooth — just like Instagram or Facebook.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 title="20250725_1632_Smooth vs Laggy Interface_simple_compose_01k10kv53pe97ttfr76asgx7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875" y="1066650"/>
            <a:ext cx="2899026" cy="382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 title="20250725_1654_React Developer Workspace_simple_compose_01k10n2456f3xr4t7ep85nyqw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975" y="2964975"/>
            <a:ext cx="2730350" cy="20918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React?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700" y="1097280"/>
            <a:ext cx="84969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is a JavaScript library for building user interfaces, developed by Facebook and released in 2013.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is not a complete "framework" because it only handles the "view" layer of an application. You choose your own tools for routing, state management, etc.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helps developers build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responsive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interactive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user interfaces without unnecessary reloads — and that’s why it's one of the most popular JavaScript libraries in the world.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7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Imperative vs Declarative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325875"/>
            <a:ext cx="8496900" cy="3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Imperative (jQuery/vanilla JS):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You tell the computer </a:t>
            </a:r>
            <a:r>
              <a:rPr i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do something, step-by-step. "Find this element, then change its text, then add this class."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call the pizza place and give them step-by-step instructions: "Preheat your oven, roll the dough, spread the sauce, add cheese, add pepperoni, bake for 15 minutes...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Declarative (React):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You tell React </a:t>
            </a:r>
            <a:r>
              <a:rPr i="1"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en" sz="14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you want the UI to look like for a given state, and React figures out the "how" for you. "If the user is logged in, the UI should show a 'Logout' button. If not, show a 'Login' button."</a:t>
            </a:r>
            <a:endParaRPr sz="1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just call and say, "I want a large pepperoni pizza." You describe the final state you want and trust the chef (React) to handle the steps to get there.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 VS ANGULAR VS VUE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22" name="Google Shape;122;p19"/>
          <p:cNvGraphicFramePr/>
          <p:nvPr/>
        </p:nvGraphicFramePr>
        <p:xfrm>
          <a:off x="311675" y="114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{EED1B38C-E2B4-4AF2-82B3-2FA3363B9E05}</a:tableStyleId>
              </a:tblPr>
              <a:tblGrid>
                <a:gridCol w="1600450"/>
                <a:gridCol w="1996075"/>
                <a:gridCol w="2436650"/>
                <a:gridCol w="2202875"/>
              </a:tblGrid>
              <a:tr h="281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React</a:t>
                      </a:r>
                      <a:endParaRPr b="1"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Angular</a:t>
                      </a:r>
                      <a:endParaRPr b="1"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Vue</a:t>
                      </a:r>
                      <a:endParaRPr b="1"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Type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Library (focuses on UI)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Framework (full-featured)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Framework (progressive, lightweight)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Language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JavaScript + JSX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TypeScript (mostly)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JavaScript (optionally TypeScript)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Learning Curve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Easy to start, harder for large apps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Steep (lots of concepts)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Moderate, easy to pick up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Binding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One-way binding (mostly)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Two-way binding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Two-way binding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DOM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Virtual DOM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 DOM (but can use change detection)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Virtual DOM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 VS ANGULAR VS VUE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0" name="Google Shape;130;p20"/>
          <p:cNvGraphicFramePr/>
          <p:nvPr/>
        </p:nvGraphicFramePr>
        <p:xfrm>
          <a:off x="311675" y="138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{EED1B38C-E2B4-4AF2-82B3-2FA3363B9E05}</a:tableStyleId>
              </a:tblPr>
              <a:tblGrid>
                <a:gridCol w="1643975"/>
                <a:gridCol w="2050350"/>
                <a:gridCol w="2502900"/>
                <a:gridCol w="2262775"/>
              </a:tblGrid>
              <a:tr h="44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Angular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Vue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72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Community &amp; Popularity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Very big, backed by Facebook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Big, backed by Google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Growing, popular in Asia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72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Best For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Interactive UI components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Large enterprise apps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 to medium apps, flexible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  <a:tr h="47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Size</a:t>
                      </a:r>
                      <a:endParaRPr b="1" sz="1100"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Large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rgbClr val="434343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1ED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we use React?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311700" y="1211175"/>
            <a:ext cx="32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1. Builds Dynamic UIs Easily :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051600" y="1211175"/>
            <a:ext cx="572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makes it easy to create apps that update in real-time — like liking a post, adding items to a cart, or typing in a search bar —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without reloading the page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342000" y="2641500"/>
            <a:ext cx="32352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 Component-Based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Architecture                              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081900" y="2641500"/>
            <a:ext cx="572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build your UI using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reusable components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like buttons, cards, or forms — and manage them separately. It’s like using Lego blocks to build complex structures.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42000" y="4071825"/>
            <a:ext cx="32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3. Fast and Efficient                   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3081900" y="4071825"/>
            <a:ext cx="57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uses a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Virtual DOM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update only the parts of the page that change, making your app faster and smoother.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we use React?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" name="Google Shape;149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311700" y="1211175"/>
            <a:ext cx="32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4. Developer-Friendly             :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3051600" y="1211175"/>
            <a:ext cx="57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Its syntax (JSX), tools, and community make it easy to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write, debug, and maintain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code — even as your app grows.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42000" y="2641500"/>
            <a:ext cx="32352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5. Huge Ecosystem &amp; Job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Demand                                       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3081900" y="2641500"/>
            <a:ext cx="57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is supported by a massive ecosystem of libraries (like React Router, Redux) and is in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high demand in the job market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0" name="Google Shape;160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React?</a:t>
            </a:r>
            <a:endParaRPr b="1"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a) A complete web framework that includes a server and database.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A JavaScript library for building user interfaces.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A programming language that compiles to JavaScript.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A CSS pre-processor for styling components.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JavaScript library for building user interfaces.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6" name="Google Shape;166;p23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167" name="Google Shape;167;p2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68" name="Google Shape;168;p23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React is specifically a library focused on the "View" layer of an application. It helps developers build interactive and reusable UI components.</a:t>
              </a:r>
              <a:endParaRPr b="1" i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 https://www.w3schools.com/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react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182" name="Google Shape;182;p25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184" name="Google Shape;184;p25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185" name="Google Shape;185;p25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186" name="Google Shape;186;p25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25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188" name="Google Shape;188;p25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5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