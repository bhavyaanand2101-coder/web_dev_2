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rimson Pro Semi Bold" panose="020B0604020202020204" charset="0"/>
      <p:regular r:id="rId17"/>
    </p:embeddedFont>
    <p:embeddedFont>
      <p:font typeface="Heebo" panose="020F0502020204030204" pitchFamily="2" charset="-79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28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JavaScript Concepts Made Simple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Master the core principles that power modern JavaScript development. From hoisting to currying, we'll break down complex topics into clear, practical explanations.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987"/>
            <a:ext cx="100882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Hoisting: Variables and Functions Move Up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54079"/>
            <a:ext cx="8284131" cy="4970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602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183255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JavaScript "hoists" declarations to the top of their scope before execution begins. This means you can call a function before it's defined in your code.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838938"/>
            <a:ext cx="4205168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point: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Only declarations are hoisted, not initialisations. Variables declared with </a:t>
            </a: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are hoisted but initialised as </a:t>
            </a: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whilst </a:t>
            </a: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remain in a temporal dead zone.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165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Lexical Scope: Where Variables Are Accessible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74313"/>
            <a:ext cx="2367558" cy="3838694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301127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Location Matters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4145875"/>
            <a:ext cx="19139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Scope is determined by where functions and blocks are written in your code, not where they're called.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874562" y="3074313"/>
            <a:ext cx="2367558" cy="3838694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9101376" y="3301127"/>
            <a:ext cx="19139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Access Pattern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01376" y="3791545"/>
            <a:ext cx="19139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Inner functions can access variables from outer functions, creating a scope chain.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468933" y="3074313"/>
            <a:ext cx="2367558" cy="3838694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1695748" y="3301127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Variable Resolution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695748" y="4145875"/>
            <a:ext cx="19139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JavaScript knows which variable to use in nested code by traversing up the scope chain.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6995" y="1019651"/>
            <a:ext cx="9170194" cy="51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Execution Context: The Environment of Code Running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514" y="2156341"/>
            <a:ext cx="4984909" cy="404800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9991" y="3627397"/>
            <a:ext cx="456875" cy="456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945406" y="5093967"/>
            <a:ext cx="1379764" cy="256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Creation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36467" y="3197934"/>
            <a:ext cx="456875" cy="4568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90300" y="4673641"/>
            <a:ext cx="1343214" cy="25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207639" y="4244179"/>
            <a:ext cx="1379764" cy="256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Completion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2944" y="2768471"/>
            <a:ext cx="456875" cy="456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76995" y="6336744"/>
            <a:ext cx="7190065" cy="44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execution context serves as the runtime environment where JavaScript code is evaluated and executed.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9273302" y="2084189"/>
            <a:ext cx="3687485" cy="141755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/>
        </p:spPr>
      </p:sp>
      <p:sp>
        <p:nvSpPr>
          <p:cNvPr id="12" name="Shape 6"/>
          <p:cNvSpPr/>
          <p:nvPr/>
        </p:nvSpPr>
        <p:spPr>
          <a:xfrm>
            <a:off x="9273302" y="2061329"/>
            <a:ext cx="3687485" cy="91440"/>
          </a:xfrm>
          <a:prstGeom prst="roundRect">
            <a:avLst>
              <a:gd name="adj" fmla="val 26809"/>
            </a:avLst>
          </a:prstGeom>
          <a:solidFill>
            <a:srgbClr val="2150FE"/>
          </a:solidFill>
          <a:ln/>
        </p:spPr>
      </p:sp>
      <p:sp>
        <p:nvSpPr>
          <p:cNvPr id="13" name="Shape 7"/>
          <p:cNvSpPr/>
          <p:nvPr/>
        </p:nvSpPr>
        <p:spPr>
          <a:xfrm>
            <a:off x="10905348" y="1839158"/>
            <a:ext cx="490180" cy="490180"/>
          </a:xfrm>
          <a:prstGeom prst="roundRect">
            <a:avLst>
              <a:gd name="adj" fmla="val 186544"/>
            </a:avLst>
          </a:prstGeom>
          <a:solidFill>
            <a:srgbClr val="2150FE"/>
          </a:solidFill>
          <a:ln/>
        </p:spPr>
      </p:sp>
      <p:sp>
        <p:nvSpPr>
          <p:cNvPr id="14" name="Text 8"/>
          <p:cNvSpPr/>
          <p:nvPr/>
        </p:nvSpPr>
        <p:spPr>
          <a:xfrm>
            <a:off x="11018937" y="1961674"/>
            <a:ext cx="196096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459516" y="2492693"/>
            <a:ext cx="204275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Global Context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9459516" y="2865715"/>
            <a:ext cx="3315057" cy="44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Created first when script loads; contains global variables and functions.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9273302" y="3864412"/>
            <a:ext cx="3687485" cy="141755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9273302" y="3841552"/>
            <a:ext cx="3687485" cy="91440"/>
          </a:xfrm>
          <a:prstGeom prst="roundRect">
            <a:avLst>
              <a:gd name="adj" fmla="val 26809"/>
            </a:avLst>
          </a:prstGeom>
          <a:solidFill>
            <a:srgbClr val="2150FE"/>
          </a:solidFill>
          <a:ln/>
        </p:spPr>
      </p:sp>
      <p:sp>
        <p:nvSpPr>
          <p:cNvPr id="19" name="Shape 13"/>
          <p:cNvSpPr/>
          <p:nvPr/>
        </p:nvSpPr>
        <p:spPr>
          <a:xfrm>
            <a:off x="10871895" y="3619381"/>
            <a:ext cx="490180" cy="490180"/>
          </a:xfrm>
          <a:prstGeom prst="roundRect">
            <a:avLst>
              <a:gd name="adj" fmla="val 186544"/>
            </a:avLst>
          </a:prstGeom>
          <a:solidFill>
            <a:srgbClr val="2150FE"/>
          </a:solidFill>
          <a:ln/>
        </p:spPr>
      </p:sp>
      <p:sp>
        <p:nvSpPr>
          <p:cNvPr id="20" name="Text 14"/>
          <p:cNvSpPr/>
          <p:nvPr/>
        </p:nvSpPr>
        <p:spPr>
          <a:xfrm>
            <a:off x="11018937" y="3741896"/>
            <a:ext cx="196096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459516" y="4272915"/>
            <a:ext cx="204275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Function Context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459516" y="4645938"/>
            <a:ext cx="3315057" cy="44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function call creates its own context with local variables and scope.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273302" y="5644634"/>
            <a:ext cx="3687485" cy="1432798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9273302" y="5621774"/>
            <a:ext cx="3687485" cy="91440"/>
          </a:xfrm>
          <a:prstGeom prst="roundRect">
            <a:avLst>
              <a:gd name="adj" fmla="val 26809"/>
            </a:avLst>
          </a:prstGeom>
          <a:solidFill>
            <a:srgbClr val="2150FE"/>
          </a:solidFill>
          <a:ln/>
        </p:spPr>
      </p:sp>
      <p:sp>
        <p:nvSpPr>
          <p:cNvPr id="25" name="Shape 19"/>
          <p:cNvSpPr/>
          <p:nvPr/>
        </p:nvSpPr>
        <p:spPr>
          <a:xfrm>
            <a:off x="10871895" y="5399603"/>
            <a:ext cx="490180" cy="490180"/>
          </a:xfrm>
          <a:prstGeom prst="roundRect">
            <a:avLst>
              <a:gd name="adj" fmla="val 186544"/>
            </a:avLst>
          </a:prstGeom>
          <a:solidFill>
            <a:srgbClr val="2150FE"/>
          </a:solidFill>
          <a:ln/>
        </p:spPr>
      </p:sp>
      <p:sp>
        <p:nvSpPr>
          <p:cNvPr id="26" name="Text 20"/>
          <p:cNvSpPr/>
          <p:nvPr/>
        </p:nvSpPr>
        <p:spPr>
          <a:xfrm>
            <a:off x="11018937" y="5522119"/>
            <a:ext cx="196096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459516" y="6053138"/>
            <a:ext cx="204275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Context Components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459516" y="6426160"/>
            <a:ext cx="3315057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Includes variable environment, scope chain, and the </a:t>
            </a: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binding.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7279"/>
            <a:ext cx="101641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Closures: Functions Remember Their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4968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closure is formed when a function retains access to its outer scope even after the outer function has finished executing. This powerful feature enables data privacy and functional programming patterns.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30642"/>
            <a:ext cx="2411968" cy="2411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9260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Private Variables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41651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variables that can't be accessed directly from outside.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230642"/>
            <a:ext cx="2411968" cy="2411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59260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Persistence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641651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Functions remember values from their creation environment.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230642"/>
            <a:ext cx="2411968" cy="24119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59260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Practical Example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641651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counter function that maintains its count across multiple calls.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7133" y="866775"/>
            <a:ext cx="5797510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Timers: setTimeout and setInterval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1827133" y="1678067"/>
            <a:ext cx="3589377" cy="2713077"/>
          </a:xfrm>
          <a:prstGeom prst="roundRect">
            <a:avLst>
              <a:gd name="adj" fmla="val 879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986201" y="1837134"/>
            <a:ext cx="477203" cy="477202"/>
          </a:xfrm>
          <a:prstGeom prst="roundRect">
            <a:avLst>
              <a:gd name="adj" fmla="val 19159781"/>
            </a:avLst>
          </a:prstGeom>
          <a:solidFill>
            <a:srgbClr val="2150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7408" y="1968341"/>
            <a:ext cx="214670" cy="2146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86201" y="2425779"/>
            <a:ext cx="1988344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setTimeout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986201" y="2785705"/>
            <a:ext cx="3271242" cy="43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Executes code once after a specified delay in milliseconds.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986201" y="3344108"/>
            <a:ext cx="3271242" cy="887968"/>
          </a:xfrm>
          <a:prstGeom prst="roundRect">
            <a:avLst>
              <a:gd name="adj" fmla="val 2687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1978343" y="3344108"/>
            <a:ext cx="3286958" cy="887968"/>
          </a:xfrm>
          <a:prstGeom prst="roundRect">
            <a:avLst>
              <a:gd name="adj" fmla="val 2687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2137410" y="3463409"/>
            <a:ext cx="2968823" cy="64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setTimeout(() =&gt;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console.log('Hello!');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}, 1000);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827133" y="4502587"/>
            <a:ext cx="3589377" cy="2713077"/>
          </a:xfrm>
          <a:prstGeom prst="roundRect">
            <a:avLst>
              <a:gd name="adj" fmla="val 879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1986201" y="4661654"/>
            <a:ext cx="477203" cy="477202"/>
          </a:xfrm>
          <a:prstGeom prst="roundRect">
            <a:avLst>
              <a:gd name="adj" fmla="val 19159781"/>
            </a:avLst>
          </a:prstGeom>
          <a:solidFill>
            <a:srgbClr val="2150F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7408" y="4792861"/>
            <a:ext cx="214670" cy="2146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86201" y="5250299"/>
            <a:ext cx="1988344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setInterval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986201" y="5610225"/>
            <a:ext cx="3271242" cy="43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Executes code repeatedly at fixed time intervals.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1986201" y="6168628"/>
            <a:ext cx="3271242" cy="887968"/>
          </a:xfrm>
          <a:prstGeom prst="roundRect">
            <a:avLst>
              <a:gd name="adj" fmla="val 2687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1978343" y="6168628"/>
            <a:ext cx="3286958" cy="887968"/>
          </a:xfrm>
          <a:prstGeom prst="roundRect">
            <a:avLst>
              <a:gd name="adj" fmla="val 2687"/>
            </a:avLst>
          </a:prstGeom>
          <a:solidFill>
            <a:srgbClr val="F2F2F2"/>
          </a:solidFill>
          <a:ln/>
        </p:spPr>
      </p:sp>
      <p:sp>
        <p:nvSpPr>
          <p:cNvPr id="18" name="Text 14"/>
          <p:cNvSpPr/>
          <p:nvPr/>
        </p:nvSpPr>
        <p:spPr>
          <a:xfrm>
            <a:off x="2137410" y="6287929"/>
            <a:ext cx="2968823" cy="64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setInterval(() =&gt; {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updateClock();</a:t>
            </a:r>
            <a:endParaRPr lang="en-US" sz="12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}, 1000);</a:t>
            </a:r>
            <a:endParaRPr lang="en-US" sz="12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2036" y="1656636"/>
            <a:ext cx="6998613" cy="41990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12036" y="5981224"/>
            <a:ext cx="1988344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Common Use Cases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5812036" y="6341150"/>
            <a:ext cx="6998613" cy="86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Animations and transitions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Delayed user interface updates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Polling for data changes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Auto-save functionality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898" y="652462"/>
            <a:ext cx="11880771" cy="62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Event Loop: How JavaScript Handles Asynchronous Tasks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3898" y="1637467"/>
            <a:ext cx="13222605" cy="606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event loop is JavaScript's mechanism for handling asynchronous operations whilst maintaining single-threaded execution. It continuously checks the call stack and message queue to process tasks efficiently.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185630" y="3164205"/>
            <a:ext cx="25140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Check Call Stack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03898" y="3585448"/>
            <a:ext cx="399573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Is the stack empty?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220" y="2445068"/>
            <a:ext cx="4627840" cy="46278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3339" y="3283327"/>
            <a:ext cx="300871" cy="3008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0646" y="3164205"/>
            <a:ext cx="25140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Check Queue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930646" y="3585448"/>
            <a:ext cx="3995857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Any tasks waiting?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220" y="2445068"/>
            <a:ext cx="4627840" cy="462784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89811" y="3677186"/>
            <a:ext cx="300871" cy="30087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0646" y="5628918"/>
            <a:ext cx="25140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Execute Task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9930646" y="6050161"/>
            <a:ext cx="3995857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Move to call stack</a:t>
            </a:r>
            <a:endParaRPr lang="en-US" sz="1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1220" y="2445068"/>
            <a:ext cx="4627840" cy="462784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5952" y="5933658"/>
            <a:ext cx="300871" cy="30087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185630" y="5628918"/>
            <a:ext cx="25140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Repeat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703898" y="6050161"/>
            <a:ext cx="399573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Continue the cycle</a:t>
            </a:r>
            <a:endParaRPr lang="en-US" sz="15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1220" y="2445068"/>
            <a:ext cx="4627840" cy="4627840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9480" y="5539800"/>
            <a:ext cx="300871" cy="30087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03898" y="7273528"/>
            <a:ext cx="13222605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explains why timers and callbacks don't freeze the page—they're processed when the call stack is clear.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443" y="538520"/>
            <a:ext cx="10152221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Single Threaded &amp; Call Stack: One Thing at a Time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43" y="1594247"/>
            <a:ext cx="8451413" cy="50707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2155" y="2530673"/>
            <a:ext cx="2447925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Call Stack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622155" y="3005733"/>
            <a:ext cx="4330303" cy="1167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JavaScript runs one command at a time using a single call stack. This stack tracks function calls in order, following a Last-In-First-Out (LIFO) pattern.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622155" y="4363641"/>
            <a:ext cx="4330303" cy="1343858"/>
          </a:xfrm>
          <a:prstGeom prst="roundRect">
            <a:avLst>
              <a:gd name="adj" fmla="val 2186"/>
            </a:avLst>
          </a:prstGeom>
          <a:solidFill>
            <a:srgbClr val="B3C3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894" y="4642723"/>
            <a:ext cx="244793" cy="1957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58425" y="4581644"/>
            <a:ext cx="3498294" cy="875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Stack Overflow:</a:t>
            </a: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If the stack becomes too full (e.g., infinite recursion), you'll encounter a stack overflow error.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62583" y="7022425"/>
            <a:ext cx="45720" cy="745093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6"/>
          <p:cNvSpPr/>
          <p:nvPr/>
        </p:nvSpPr>
        <p:spPr>
          <a:xfrm>
            <a:off x="926902" y="7045285"/>
            <a:ext cx="2447925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Function Called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926902" y="7452717"/>
            <a:ext cx="4037409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Added to top of stack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152787" y="7022425"/>
            <a:ext cx="45720" cy="745093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9"/>
          <p:cNvSpPr/>
          <p:nvPr/>
        </p:nvSpPr>
        <p:spPr>
          <a:xfrm>
            <a:off x="5417106" y="7045285"/>
            <a:ext cx="2447925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Function Executes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417106" y="7452717"/>
            <a:ext cx="403752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Processes line by line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643110" y="7022425"/>
            <a:ext cx="45720" cy="745093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6" name="Text 12"/>
          <p:cNvSpPr/>
          <p:nvPr/>
        </p:nvSpPr>
        <p:spPr>
          <a:xfrm>
            <a:off x="9907429" y="7045285"/>
            <a:ext cx="2447925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Function Returns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9907429" y="7452717"/>
            <a:ext cx="4037528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Removed from stack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057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635" y="3167777"/>
            <a:ext cx="10881598" cy="62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Concurrency in JavaScript: Managing Multiple Tasks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01635" y="4059912"/>
            <a:ext cx="13227129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JavaScript achieves concurrency through asynchronous patterns, allowing multiple operations to proceed without blocking the main thread. This keeps your UI responsive whilst handling background tasks.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35" y="4863346"/>
            <a:ext cx="4409003" cy="8017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2018" y="5842278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Callbacks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02018" y="6261735"/>
            <a:ext cx="4008239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Functions executed after async operations complete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639" y="4863346"/>
            <a:ext cx="4409003" cy="8017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11021" y="5842278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Promises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5311021" y="6261735"/>
            <a:ext cx="4008239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Objects representing eventual completion of async operations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9642" y="4863346"/>
            <a:ext cx="4409003" cy="8017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20024" y="5842278"/>
            <a:ext cx="2505789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Async/Await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9720024" y="6261735"/>
            <a:ext cx="4008239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Syntactic sugar making async code look synchronous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701635" y="7265551"/>
            <a:ext cx="13227129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Real-world example:</a:t>
            </a: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Fetching data from an API whilst the user continues interacting with your application interface.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9495"/>
            <a:ext cx="114835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Currying: Breaking Functions into Smaller Pieces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12076"/>
            <a:ext cx="8284131" cy="43013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6448" y="4054283"/>
            <a:ext cx="1022266" cy="23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Currying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0433" y="3164272"/>
            <a:ext cx="208031" cy="2080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9810" y="2911261"/>
            <a:ext cx="1791011" cy="23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Multi-Arg Function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89810" y="3206696"/>
            <a:ext cx="1791011" cy="36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Function f(x, y, z) with multiple parameters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090697" y="2911261"/>
            <a:ext cx="1791011" cy="23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First Curry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090697" y="3206696"/>
            <a:ext cx="1791011" cy="36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Transforms to f(x) -&gt; g(y, z) returning a function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9542" y="2722653"/>
            <a:ext cx="208031" cy="20803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46061" y="4788647"/>
            <a:ext cx="208031" cy="20803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9810" y="4666486"/>
            <a:ext cx="1791011" cy="23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Sequential Curries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989810" y="4961921"/>
            <a:ext cx="1791011" cy="36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g(y) -&gt; h(z) producing single-arg functions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7090697" y="4666486"/>
            <a:ext cx="1791011" cy="23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Fully Curried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090697" y="4961921"/>
            <a:ext cx="1791011" cy="36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Chain of functions each taking one argument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3995" y="5467431"/>
            <a:ext cx="208031" cy="20803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6421649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Currying is a functional programming technique that transforms a function with multiple arguments into a sequence of functions, each taking a single argument.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9638943" y="20339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Benefits of Currying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9638943" y="2615089"/>
            <a:ext cx="4205168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Reusability: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Create specialised functions from general ones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Flexibility: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Partial application of arguments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Composition: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Build complex functions from simple ones</a:t>
            </a:r>
            <a:endParaRPr lang="en-US" sz="1750" dirty="0"/>
          </a:p>
        </p:txBody>
      </p:sp>
      <p:sp>
        <p:nvSpPr>
          <p:cNvPr id="20" name="Text 13"/>
          <p:cNvSpPr/>
          <p:nvPr/>
        </p:nvSpPr>
        <p:spPr>
          <a:xfrm>
            <a:off x="9638943" y="5019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9638943" y="5628931"/>
            <a:ext cx="4205168" cy="1428750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22" name="Shape 15"/>
          <p:cNvSpPr/>
          <p:nvPr/>
        </p:nvSpPr>
        <p:spPr>
          <a:xfrm>
            <a:off x="9627632" y="5628931"/>
            <a:ext cx="4227790" cy="1428750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23" name="Text 16"/>
          <p:cNvSpPr/>
          <p:nvPr/>
        </p:nvSpPr>
        <p:spPr>
          <a:xfrm>
            <a:off x="9854446" y="5798953"/>
            <a:ext cx="37741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= (a) =&gt; (b) =&gt; a + b;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addTwo = add(2);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addTwo(3); // returns 5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774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Crimson Pro Semi Bold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Love Porwal</cp:lastModifiedBy>
  <cp:revision>2</cp:revision>
  <dcterms:created xsi:type="dcterms:W3CDTF">2026-02-05T16:40:30Z</dcterms:created>
  <dcterms:modified xsi:type="dcterms:W3CDTF">2026-02-05T16:45:23Z</dcterms:modified>
</cp:coreProperties>
</file>